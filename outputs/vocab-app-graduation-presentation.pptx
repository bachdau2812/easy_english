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78fb5edbc3049da" /><Relationship Type="http://schemas.openxmlformats.org/officeDocument/2006/relationships/extended-properties" Target="/docProps/app.xml" Id="R60bb7e8068254f48" /><Relationship Type="http://schemas.openxmlformats.org/officeDocument/2006/relationships/officeDocument" Target="/ppt/presentation.xml" Id="Rf706f3524cde469d" /></Relationships>
</file>

<file path=ppt/presentation.xml><?xml version="1.0" encoding="utf-8"?>
<p:presentation xmlns:p="http://schemas.openxmlformats.org/presentationml/2006/main">
  <p:sldMasterIdLst>
    <p:sldMasterId xmlns:r="http://schemas.openxmlformats.org/officeDocument/2006/relationships" id="2147483648" r:id="Ra59e437317f04709"/>
  </p:sldMasterIdLst>
  <p:notesMasterIdLst>
    <p:notesMasterId xmlns:r="http://schemas.openxmlformats.org/officeDocument/2006/relationships" r:id="R58fc67be936e40f8"/>
  </p:notesMasterIdLst>
  <p:sldIdLst>
    <p:sldId xmlns:r="http://schemas.openxmlformats.org/officeDocument/2006/relationships" id="256" r:id="R0b582daefc7d42d2"/>
    <p:sldId xmlns:r="http://schemas.openxmlformats.org/officeDocument/2006/relationships" id="257" r:id="Ra0fba4ffbed746a5"/>
    <p:sldId xmlns:r="http://schemas.openxmlformats.org/officeDocument/2006/relationships" id="258" r:id="Ra3855af84e4c42a5"/>
    <p:sldId xmlns:r="http://schemas.openxmlformats.org/officeDocument/2006/relationships" id="259" r:id="Rbc3664083ba44269"/>
    <p:sldId xmlns:r="http://schemas.openxmlformats.org/officeDocument/2006/relationships" id="260" r:id="R04066cdeb2df4ba4"/>
    <p:sldId xmlns:r="http://schemas.openxmlformats.org/officeDocument/2006/relationships" id="261" r:id="Rbf06859025934f5e"/>
    <p:sldId xmlns:r="http://schemas.openxmlformats.org/officeDocument/2006/relationships" id="262" r:id="R39cd9e121d484bae"/>
    <p:sldId xmlns:r="http://schemas.openxmlformats.org/officeDocument/2006/relationships" id="263" r:id="Ra52e3e275a224ca6"/>
    <p:sldId xmlns:r="http://schemas.openxmlformats.org/officeDocument/2006/relationships" id="264" r:id="Rdc79400d861849ab"/>
    <p:sldId xmlns:r="http://schemas.openxmlformats.org/officeDocument/2006/relationships" id="265" r:id="R3653de9561854a01"/>
    <p:sldId xmlns:r="http://schemas.openxmlformats.org/officeDocument/2006/relationships" id="266" r:id="Rccf90fb423054928"/>
    <p:sldId xmlns:r="http://schemas.openxmlformats.org/officeDocument/2006/relationships" id="267" r:id="Rd539e6c29b154587"/>
    <p:sldId xmlns:r="http://schemas.openxmlformats.org/officeDocument/2006/relationships" id="268" r:id="R165c0d0dea0049d1"/>
    <p:sldId xmlns:r="http://schemas.openxmlformats.org/officeDocument/2006/relationships" id="269" r:id="Ra94eec3e4dbb410b"/>
    <p:sldId xmlns:r="http://schemas.openxmlformats.org/officeDocument/2006/relationships" id="270" r:id="R4587e14cb1094506"/>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d6903060f23476f" /><Relationship Type="http://schemas.openxmlformats.org/officeDocument/2006/relationships/slideMaster" Target="/ppt/slideMasters/slideMaster1.xml" Id="Ra59e437317f04709" /><Relationship Type="http://schemas.openxmlformats.org/officeDocument/2006/relationships/notesMaster" Target="/ppt/notesMasters/notesMaster1.xml" Id="R58fc67be936e40f8" /><Relationship Type="http://schemas.openxmlformats.org/officeDocument/2006/relationships/presProps" Target="/ppt/presProps.xml" Id="R193e5a98a427479a" /><Relationship Type="http://schemas.openxmlformats.org/officeDocument/2006/relationships/tableStyles" Target="/ppt/tableStyles.xml" Id="R7a97294aa1164b32" /><Relationship Type="http://schemas.openxmlformats.org/officeDocument/2006/relationships/slide" Target="/ppt/slides/slide1.xml" Id="R0b582daefc7d42d2" /><Relationship Type="http://schemas.openxmlformats.org/officeDocument/2006/relationships/slide" Target="/ppt/slides/slide2.xml" Id="Ra0fba4ffbed746a5" /><Relationship Type="http://schemas.openxmlformats.org/officeDocument/2006/relationships/slide" Target="/ppt/slides/slide3.xml" Id="Ra3855af84e4c42a5" /><Relationship Type="http://schemas.openxmlformats.org/officeDocument/2006/relationships/slide" Target="/ppt/slides/slide4.xml" Id="Rbc3664083ba44269" /><Relationship Type="http://schemas.openxmlformats.org/officeDocument/2006/relationships/slide" Target="/ppt/slides/slide5.xml" Id="R04066cdeb2df4ba4" /><Relationship Type="http://schemas.openxmlformats.org/officeDocument/2006/relationships/slide" Target="/ppt/slides/slide6.xml" Id="Rbf06859025934f5e" /><Relationship Type="http://schemas.openxmlformats.org/officeDocument/2006/relationships/slide" Target="/ppt/slides/slide7.xml" Id="R39cd9e121d484bae" /><Relationship Type="http://schemas.openxmlformats.org/officeDocument/2006/relationships/slide" Target="/ppt/slides/slide8.xml" Id="Ra52e3e275a224ca6" /><Relationship Type="http://schemas.openxmlformats.org/officeDocument/2006/relationships/slide" Target="/ppt/slides/slide9.xml" Id="Rdc79400d861849ab" /><Relationship Type="http://schemas.openxmlformats.org/officeDocument/2006/relationships/slide" Target="/ppt/slides/slide10.xml" Id="R3653de9561854a01" /><Relationship Type="http://schemas.openxmlformats.org/officeDocument/2006/relationships/slide" Target="/ppt/slides/slide11.xml" Id="Rccf90fb423054928" /><Relationship Type="http://schemas.openxmlformats.org/officeDocument/2006/relationships/slide" Target="/ppt/slides/slide12.xml" Id="Rd539e6c29b154587" /><Relationship Type="http://schemas.openxmlformats.org/officeDocument/2006/relationships/slide" Target="/ppt/slides/slide13.xml" Id="R165c0d0dea0049d1" /><Relationship Type="http://schemas.openxmlformats.org/officeDocument/2006/relationships/slide" Target="/ppt/slides/slide14.xml" Id="Ra94eec3e4dbb410b" /><Relationship Type="http://schemas.openxmlformats.org/officeDocument/2006/relationships/slide" Target="/ppt/slides/slide15.xml" Id="R4587e14cb109450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e4ef9ee515e434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b6ac97bdc844c23" /><Relationship Type="http://schemas.openxmlformats.org/officeDocument/2006/relationships/notesMaster" Target="/ppt/notesMasters/notesMaster1.xml" Id="R0e7b5b74c54b401d" /></Relationships>
</file>

<file path=ppt/notesSlides/_rels/notesSlide2.xml.rels>&#65279;<?xml version="1.0" encoding="utf-8"?><Relationships xmlns="http://schemas.openxmlformats.org/package/2006/relationships"><Relationship Type="http://schemas.openxmlformats.org/officeDocument/2006/relationships/slide" Target="/ppt/slides/slide2.xml" Id="Rb2de0758ad414d00" /><Relationship Type="http://schemas.openxmlformats.org/officeDocument/2006/relationships/notesMaster" Target="/ppt/notesMasters/notesMaster1.xml" Id="Rddc51a468a8943ac" /></Relationships>
</file>

<file path=ppt/notesSlides/_rels/notesSlide3.xml.rels>&#65279;<?xml version="1.0" encoding="utf-8"?><Relationships xmlns="http://schemas.openxmlformats.org/package/2006/relationships"><Relationship Type="http://schemas.openxmlformats.org/officeDocument/2006/relationships/slide" Target="/ppt/slides/slide3.xml" Id="R11edd173643d4613" /><Relationship Type="http://schemas.openxmlformats.org/officeDocument/2006/relationships/notesMaster" Target="/ppt/notesMasters/notesMaster1.xml" Id="Rbef92d263b734a0a" /></Relationships>
</file>

<file path=ppt/notesSlides/_rels/notesSlide4.xml.rels>&#65279;<?xml version="1.0" encoding="utf-8"?><Relationships xmlns="http://schemas.openxmlformats.org/package/2006/relationships"><Relationship Type="http://schemas.openxmlformats.org/officeDocument/2006/relationships/slide" Target="/ppt/slides/slide4.xml" Id="Rf8bee3eeff2a4297" /><Relationship Type="http://schemas.openxmlformats.org/officeDocument/2006/relationships/notesMaster" Target="/ppt/notesMasters/notesMaster1.xml" Id="Rfb4adfb8ff3a4bf7" /></Relationships>
</file>

<file path=ppt/notesSlides/_rels/notesSlide5.xml.rels>&#65279;<?xml version="1.0" encoding="utf-8"?><Relationships xmlns="http://schemas.openxmlformats.org/package/2006/relationships"><Relationship Type="http://schemas.openxmlformats.org/officeDocument/2006/relationships/slide" Target="/ppt/slides/slide5.xml" Id="Race48866c87841dd" /><Relationship Type="http://schemas.openxmlformats.org/officeDocument/2006/relationships/notesMaster" Target="/ppt/notesMasters/notesMaster1.xml" Id="Rcf0855d1e4ee4970" /></Relationships>
</file>

<file path=ppt/notesSlides/_rels/notesSlide6.xml.rels>&#65279;<?xml version="1.0" encoding="utf-8"?><Relationships xmlns="http://schemas.openxmlformats.org/package/2006/relationships"><Relationship Type="http://schemas.openxmlformats.org/officeDocument/2006/relationships/slide" Target="/ppt/slides/slide6.xml" Id="Rfb0491815fd9407f" /><Relationship Type="http://schemas.openxmlformats.org/officeDocument/2006/relationships/notesMaster" Target="/ppt/notesMasters/notesMaster1.xml" Id="R2ec8b6ac977843f9" /></Relationships>
</file>

<file path=ppt/notesSlides/_rels/notesSlide7.xml.rels>&#65279;<?xml version="1.0" encoding="utf-8"?><Relationships xmlns="http://schemas.openxmlformats.org/package/2006/relationships"><Relationship Type="http://schemas.openxmlformats.org/officeDocument/2006/relationships/slide" Target="/ppt/slides/slide7.xml" Id="Rddd9cfb797ad4d15" /><Relationship Type="http://schemas.openxmlformats.org/officeDocument/2006/relationships/notesMaster" Target="/ppt/notesMasters/notesMaster1.xml" Id="Raaa0b17d61b24362" /></Relationships>
</file>

<file path=ppt/notesSlides/_rels/notesSlide8.xml.rels>&#65279;<?xml version="1.0" encoding="utf-8"?><Relationships xmlns="http://schemas.openxmlformats.org/package/2006/relationships"><Relationship Type="http://schemas.openxmlformats.org/officeDocument/2006/relationships/slide" Target="/ppt/slides/slide8.xml" Id="R0f931c7001f34fd7" /><Relationship Type="http://schemas.openxmlformats.org/officeDocument/2006/relationships/notesMaster" Target="/ppt/notesMasters/notesMaster1.xml" Id="R8b4feddbb26f4f2b" /></Relationships>
</file>

<file path=ppt/notesSlides/_rels/notesSlide9.xml.rels>&#65279;<?xml version="1.0" encoding="utf-8"?><Relationships xmlns="http://schemas.openxmlformats.org/package/2006/relationships"><Relationship Type="http://schemas.openxmlformats.org/officeDocument/2006/relationships/slide" Target="/ppt/slides/slide9.xml" Id="Rea523bae64bf4663" /><Relationship Type="http://schemas.openxmlformats.org/officeDocument/2006/relationships/notesMaster" Target="/ppt/notesMasters/notesMaster1.xml" Id="Re12fe5bfecae40f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e064c75244e43a4" /><Relationship Type="http://schemas.openxmlformats.org/officeDocument/2006/relationships/notesMaster" Target="/ppt/notesMasters/notesMaster1.xml" Id="Ree0e546c3a17431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1008e83aa164408" /><Relationship Type="http://schemas.openxmlformats.org/officeDocument/2006/relationships/notesMaster" Target="/ppt/notesMasters/notesMaster1.xml" Id="R11f73292919f48e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1f70a6f5f1f4dbe" /><Relationship Type="http://schemas.openxmlformats.org/officeDocument/2006/relationships/notesMaster" Target="/ppt/notesMasters/notesMaster1.xml" Id="R652fd30fa04b4f7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98686b993dd4632" /><Relationship Type="http://schemas.openxmlformats.org/officeDocument/2006/relationships/notesMaster" Target="/ppt/notesMasters/notesMaster1.xml" Id="Rcc3c32304956497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b73fa397efe4166" /><Relationship Type="http://schemas.openxmlformats.org/officeDocument/2006/relationships/notesMaster" Target="/ppt/notesMasters/notesMaster1.xml" Id="R906a441be47a465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578ce1fadef4cf4" /><Relationship Type="http://schemas.openxmlformats.org/officeDocument/2006/relationships/notesMaster" Target="/ppt/notesMasters/notesMaster1.xml" Id="Rc854da2bb082494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Giới thiệu đề tài và thông điệp cốt lõi: dùng chung kho dữ liệu học tập nhưng cá nhân hóa lịch ôn, tiến độ và lịch sử cho từng người dùng.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Nêu ba vấn đề chính: công cụ phân mảnh, từ đa nghĩa dễ lưu sai nghĩa, và không có lịch ôn có hệ thống. Đây là lý do ứng dụng cần khép kín toàn bộ vòng học.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Trình bày vòng lặp bốn bước. Điểm nối quan trọng là dữ liệu từ bước trước tạo đầu vào cho bước sau, thay vì các tính năng rời rạc.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Giải thích pipeline ngoại tuyến: thu thập có retry/resume, kiểm tra làm sạch, chuẩn hóa và chống trùng, sau đó xuất dữ liệu quan hệ để nạp vào MySQL.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Nhấn mạnh phân biệt 1.334.872 từ phân biệt và 1.473.332 dòng trong bảng words. Các số liệu từ truy vấn MySQL và thống kê tập dữ liệu hiện có.</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Đi từ trái sang phải: người dùng qua React, API Spring Boot và các service nghiệp vụ; repository làm việc với MySQL, trong khi Redis, Azure và Groq là các dịch vụ hỗ trợ có vai trò khác nhau.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Đây là nguyên tắc thiết kế quan trọng: nội dung từ vựng dùng chung; UserVocabulary và lịch sử thuộc từng tài khoản; cache chỉ lưu dữ liệu có thể tái tạo hoặc trạng thái ngắn hạn.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Tìm kiếm cơ bản đọc MySQL. Khi lấy chi tiết, hệ thống kiểm tra Redis theo chế độ có/không bản dịch; miss thì ghép dữ liệu, bổ sung dịch nếu cần, lưu cache 5 giờ và tùy chọn ghi lịch sử.</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Phân biệt snapshot chung với quiz cuối. Snapshot chứa dữ liệu dựng bài theo word/sense/lang/revision và không có userId; quiz cuối được ghép trong bộ nhớ theo danh sách từ đến hạn của từng người dùng.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Giải thích hai tầng state: ZSET theo user + word giữ dạng bài đã dùng/reserve, còn key theo userVocabularyId chỉ ngăn một câu sai bị phạt lịch nhiều lần. Đây là hai mục tiêu khác nhau.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Giải thích theo hàng level. Đúng đủ số lượt sẽ tăng level; sai reset correct turns. Level 6 dùng chu kỳ 14/30/60/90 ngày theo chuỗi đúng, nhưng sai sẽ hạ về level 5 và hẹn sau 3 ngày.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Mô tả luồng chọn nội dung đến hoàn thành. Challenge có vị trí, nội dung, đáp án, audio hoặc khoảng thời gian và hint. Nêu rõ hành vi hiện tại: backend tin cờ correct từ frontend và mọi LAT attempt đều được tính hoàn thành.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Trình bày từng bước từ chọn đề đến lưu review. Mỗi bài gửi gọi Groq mới, không cache. Phản hồi áp dụng bốn tiêu chí IELTS, giải thích bằng tiếng Việt và trích dẫn/sửa lỗi bằng tiếng Anh.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Chia slide thành runtime và CI/CD. Người dùng chỉ thấy domain qua Cloudflare/Nginx; cổng MySQL, Redis và API nội bộ không được công khai. Mỗi push main tạo image latest và SHA rồi cập nhật compose trên Linux.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Tổng kết ngắn gọn các kết quả đã đạt. Phần hướng hoàn thiện chỉ giữ ba ý như đã thống nhất, sau đó kết bằng thông điệp về dữ liệu dùng chung và tiến độ cá nhân.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1891afcb4144b6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b0f4690006747ef" /><Relationship Type="http://schemas.openxmlformats.org/officeDocument/2006/relationships/slideLayout" Target="/ppt/slideLayouts/slideLayout1.xml" Id="R5c864ee016594c0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c864ee016594c0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15717917ec444ef" /><Relationship Type="http://schemas.openxmlformats.org/officeDocument/2006/relationships/notesSlide" Target="/ppt/notesSlides/notesSlide1.xml" Id="R1d428310528d4cc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a682dfb5591432a" /><Relationship Type="http://schemas.openxmlformats.org/officeDocument/2006/relationships/notesSlide" Target="/ppt/notesSlides/notesSlide2.xml" Id="R22eb8599b41d4e6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09cfd71aed14bbe" /><Relationship Type="http://schemas.openxmlformats.org/officeDocument/2006/relationships/notesSlide" Target="/ppt/notesSlides/notesSlide3.xml" Id="Re3debd6d0d1d4ab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b0b1003e7c04e98" /><Relationship Type="http://schemas.openxmlformats.org/officeDocument/2006/relationships/notesSlide" Target="/ppt/notesSlides/notesSlide4.xml" Id="Ra004da4aebdb412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1a99be0f6b24095" /><Relationship Type="http://schemas.openxmlformats.org/officeDocument/2006/relationships/notesSlide" Target="/ppt/notesSlides/notesSlide5.xml" Id="Rf7450b74170344f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db0a90a236349d0" /><Relationship Type="http://schemas.openxmlformats.org/officeDocument/2006/relationships/notesSlide" Target="/ppt/notesSlides/notesSlide6.xml" Id="R65df9cedd4f74a2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435964b2ee54685" /><Relationship Type="http://schemas.openxmlformats.org/officeDocument/2006/relationships/notesSlide" Target="/ppt/notesSlides/notesSlide7.xml" Id="R30ece73c31f6473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0e6c55fb0b04406" /><Relationship Type="http://schemas.openxmlformats.org/officeDocument/2006/relationships/notesSlide" Target="/ppt/notesSlides/notesSlide8.xml" Id="R6e00daf5202c43e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6b752e27fa64ba2" /><Relationship Type="http://schemas.openxmlformats.org/officeDocument/2006/relationships/notesSlide" Target="/ppt/notesSlides/notesSlide9.xml" Id="R172350d5ca4a47a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ea21cf915b8044dc" /><Relationship Type="http://schemas.openxmlformats.org/officeDocument/2006/relationships/notesSlide" Target="/ppt/notesSlides/notesSlide10.xml" Id="Rceecc905dd0b40f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3729e7a7d77244f1" /><Relationship Type="http://schemas.openxmlformats.org/officeDocument/2006/relationships/notesSlide" Target="/ppt/notesSlides/notesSlide11.xml" Id="Rfee9c7a0a5db4c8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7033f4cca3874255" /><Relationship Type="http://schemas.openxmlformats.org/officeDocument/2006/relationships/notesSlide" Target="/ppt/notesSlides/notesSlide12.xml" Id="R5b832f6a8061404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8a1bd04789584cf9" /><Relationship Type="http://schemas.openxmlformats.org/officeDocument/2006/relationships/notesSlide" Target="/ppt/notesSlides/notesSlide13.xml" Id="R567e7bdfc091462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81037e82a22a467a" /><Relationship Type="http://schemas.openxmlformats.org/officeDocument/2006/relationships/notesSlide" Target="/ppt/notesSlides/notesSlide14.xml" Id="R2a47dcfb3e074a1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132b4aecb7234208" /><Relationship Type="http://schemas.openxmlformats.org/officeDocument/2006/relationships/notesSlide" Target="/ppt/notesSlides/notesSlide15.xml" Id="R776ab86e3e004a4b"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57C7C785-E2E6-4BFB-A895-BBDFF733763A}"/>
              </a:ext>
            </a:extLst>
          </p:cNvPr>
          <p:cNvSpPr>
            <a:spLocks xmlns:a="http://schemas.openxmlformats.org/drawingml/2006/main" noGrp="1"/>
          </p:cNvSpPr>
          <p:nvPr/>
        </p:nvSpPr>
        <p:spPr>
          <a:xfrm xmlns:a="http://schemas.openxmlformats.org/drawingml/2006/main">
            <a:off x="0" y="0"/>
            <a:ext cx="190500" cy="6858000"/>
          </a:xfrm>
          <a:prstGeom xmlns:a="http://schemas.openxmlformats.org/drawingml/2006/main" prst="rect">
            <a:avLst/>
          </a:prstGeom>
          <a:solidFill xmlns:a="http://schemas.openxmlformats.org/drawingml/2006/main">
            <a:srgbClr val="2563EB"/>
          </a:solidFill>
          <a:ln xmlns:a="http://schemas.openxmlformats.org/drawingml/2006/main" w="0">
            <a:solidFill>
              <a:srgbClr val="2563EB"/>
            </a:solidFill>
            <a:prstDash val="solid"/>
          </a:ln>
        </p:spPr>
      </p:sp>
      <p:sp>
        <p:nvSpPr>
          <p:cNvPr id="2" name="">
            <a:extLst xmlns:a="http://schemas.openxmlformats.org/drawingml/2006/main">
              <a:ext uri="{FF2B5EF4-FFF2-40B4-BE49-F238E27FC236}">
                <a16:creationId xmlns:a16="http://schemas.microsoft.com/office/drawing/2014/main" id="{858314A5-48F0-48C3-8372-FCD4A8330CFE}"/>
              </a:ext>
            </a:extLst>
          </p:cNvPr>
          <p:cNvSpPr>
            <a:spLocks xmlns:a="http://schemas.openxmlformats.org/drawingml/2006/main" noGrp="1"/>
          </p:cNvSpPr>
          <p:nvPr/>
        </p:nvSpPr>
        <p:spPr>
          <a:xfrm xmlns:a="http://schemas.openxmlformats.org/drawingml/2006/main">
            <a:off x="685800" y="590550"/>
            <a:ext cx="1866900" cy="323850"/>
          </a:xfrm>
          <a:prstGeom xmlns:a="http://schemas.openxmlformats.org/drawingml/2006/main" prst="roundRect">
            <a:avLst>
              <a:gd name="adj" fmla="val 50000"/>
            </a:avLst>
          </a:prstGeom>
          <a:solidFill xmlns:a="http://schemas.openxmlformats.org/drawingml/2006/main">
            <a:srgbClr val="EFF6FF"/>
          </a:solidFill>
          <a:ln xmlns:a="http://schemas.openxmlformats.org/drawingml/2006/main" w="9525">
            <a:solidFill>
              <a:srgbClr val="EFF6FF"/>
            </a:solidFill>
            <a:prstDash val="solid"/>
          </a:ln>
        </p:spPr>
      </p:sp>
      <p:sp>
        <p:nvSpPr>
          <p:cNvPr id="3" name="">
            <a:extLst xmlns:a="http://schemas.openxmlformats.org/drawingml/2006/main">
              <a:ext uri="{FF2B5EF4-FFF2-40B4-BE49-F238E27FC236}">
                <a16:creationId xmlns:a16="http://schemas.microsoft.com/office/drawing/2014/main" id="{EA298D34-5141-4262-93FF-34787F0ED9DA}"/>
              </a:ext>
            </a:extLst>
          </p:cNvPr>
          <p:cNvSpPr>
            <a:spLocks xmlns:a="http://schemas.openxmlformats.org/drawingml/2006/main" noGrp="1"/>
          </p:cNvSpPr>
          <p:nvPr/>
        </p:nvSpPr>
        <p:spPr>
          <a:xfrm xmlns:a="http://schemas.openxmlformats.org/drawingml/2006/main">
            <a:off x="685800" y="600075"/>
            <a:ext cx="18669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350" b="1" i="0">
                <a:solidFill>
                  <a:srgbClr val="2563EB"/>
                </a:solidFill>
                <a:latin typeface="Aptos"/>
                <a:ea typeface="Aptos"/>
                <a:cs typeface="Aptos"/>
              </a:defRPr>
            </a:pPr>
            <a:r>
              <a:rPr sz="1350" b="1" i="0">
                <a:solidFill>
                  <a:srgbClr val="2563EB"/>
                </a:solidFill>
                <a:latin typeface="Aptos"/>
                <a:ea typeface="Aptos"/>
                <a:cs typeface="Aptos"/>
              </a:rPr>
              <a:t>ĐỒ ÁN KHÓA LUẬN</a:t>
            </a:r>
          </a:p>
        </p:txBody>
      </p:sp>
      <p:sp>
        <p:nvSpPr>
          <p:cNvPr id="4" name="">
            <a:extLst xmlns:a="http://schemas.openxmlformats.org/drawingml/2006/main">
              <a:ext uri="{FF2B5EF4-FFF2-40B4-BE49-F238E27FC236}">
                <a16:creationId xmlns:a16="http://schemas.microsoft.com/office/drawing/2014/main" id="{C3338D6B-842E-4616-B3F8-847C5F632F31}"/>
              </a:ext>
            </a:extLst>
          </p:cNvPr>
          <p:cNvSpPr>
            <a:spLocks xmlns:a="http://schemas.openxmlformats.org/drawingml/2006/main" noGrp="1"/>
          </p:cNvSpPr>
          <p:nvPr/>
        </p:nvSpPr>
        <p:spPr>
          <a:xfrm xmlns:a="http://schemas.openxmlformats.org/drawingml/2006/main">
            <a:off x="685800" y="1238250"/>
            <a:ext cx="6858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0000"/>
              </a:lnSpc>
              <a:buNone/>
              <a:defRPr sz="5700" b="1" i="0">
                <a:solidFill>
                  <a:srgbClr val="0B1F3A"/>
                </a:solidFill>
                <a:latin typeface="Aptos"/>
                <a:ea typeface="Aptos"/>
                <a:cs typeface="Aptos"/>
              </a:defRPr>
            </a:pPr>
            <a:r>
              <a:rPr sz="5700" b="1" i="0">
                <a:solidFill>
                  <a:srgbClr val="0B1F3A"/>
                </a:solidFill>
                <a:latin typeface="Aptos"/>
                <a:ea typeface="Aptos"/>
                <a:cs typeface="Aptos"/>
              </a:rPr>
              <a:t>Vocab App</a:t>
            </a:r>
          </a:p>
        </p:txBody>
      </p:sp>
      <p:sp>
        <p:nvSpPr>
          <p:cNvPr id="5" name="">
            <a:extLst xmlns:a="http://schemas.openxmlformats.org/drawingml/2006/main">
              <a:ext uri="{FF2B5EF4-FFF2-40B4-BE49-F238E27FC236}">
                <a16:creationId xmlns:a16="http://schemas.microsoft.com/office/drawing/2014/main" id="{810268EF-D164-4B0C-9F3B-073520DBFC0F}"/>
              </a:ext>
            </a:extLst>
          </p:cNvPr>
          <p:cNvSpPr>
            <a:spLocks xmlns:a="http://schemas.openxmlformats.org/drawingml/2006/main" noGrp="1"/>
          </p:cNvSpPr>
          <p:nvPr/>
        </p:nvSpPr>
        <p:spPr>
          <a:xfrm xmlns:a="http://schemas.openxmlformats.org/drawingml/2006/main">
            <a:off x="685800" y="2171700"/>
            <a:ext cx="6858000"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3450" b="1" i="0">
                <a:solidFill>
                  <a:srgbClr val="2563EB"/>
                </a:solidFill>
                <a:latin typeface="Aptos"/>
                <a:ea typeface="Aptos"/>
                <a:cs typeface="Aptos"/>
              </a:defRPr>
            </a:pPr>
            <a:r>
              <a:rPr sz="3450" b="1" i="0">
                <a:solidFill>
                  <a:srgbClr val="2563EB"/>
                </a:solidFill>
                <a:latin typeface="Aptos"/>
                <a:ea typeface="Aptos"/>
                <a:cs typeface="Aptos"/>
              </a:rPr>
              <a:t>Dữ liệu dùng chung,</a:t>
            </a:r>
          </a:p>
          <a:p xmlns:a="http://schemas.openxmlformats.org/drawingml/2006/main">
            <a:pPr algn="l">
              <a:lnSpc>
                <a:spcPct val="95000"/>
              </a:lnSpc>
              <a:buNone/>
              <a:defRPr sz="3450" b="1" i="0">
                <a:solidFill>
                  <a:srgbClr val="2563EB"/>
                </a:solidFill>
                <a:latin typeface="Aptos"/>
                <a:ea typeface="Aptos"/>
                <a:cs typeface="Aptos"/>
              </a:defRPr>
            </a:pPr>
            <a:r>
              <a:rPr sz="3450" b="1" i="0">
                <a:solidFill>
                  <a:srgbClr val="2563EB"/>
                </a:solidFill>
                <a:latin typeface="Aptos"/>
                <a:ea typeface="Aptos"/>
                <a:cs typeface="Aptos"/>
              </a:rPr>
              <a:t>lộ trình học cá nhân</a:t>
            </a:r>
          </a:p>
        </p:txBody>
      </p:sp>
      <p:sp>
        <p:nvSpPr>
          <p:cNvPr id="6" name="">
            <a:extLst xmlns:a="http://schemas.openxmlformats.org/drawingml/2006/main">
              <a:ext uri="{FF2B5EF4-FFF2-40B4-BE49-F238E27FC236}">
                <a16:creationId xmlns:a16="http://schemas.microsoft.com/office/drawing/2014/main" id="{D5E26DDB-455B-4EF4-9FE9-DB258398CE01}"/>
              </a:ext>
            </a:extLst>
          </p:cNvPr>
          <p:cNvSpPr>
            <a:spLocks xmlns:a="http://schemas.openxmlformats.org/drawingml/2006/main" noGrp="1"/>
          </p:cNvSpPr>
          <p:nvPr/>
        </p:nvSpPr>
        <p:spPr>
          <a:xfrm xmlns:a="http://schemas.openxmlformats.org/drawingml/2006/main">
            <a:off x="704850" y="4905375"/>
            <a:ext cx="4953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0" i="0">
                <a:solidFill>
                  <a:srgbClr val="475569"/>
                </a:solidFill>
                <a:latin typeface="Aptos"/>
                <a:ea typeface="Aptos"/>
                <a:cs typeface="Aptos"/>
              </a:defRPr>
            </a:pPr>
            <a:r>
              <a:rPr sz="1725" b="0" i="0">
                <a:solidFill>
                  <a:srgbClr val="475569"/>
                </a:solidFill>
                <a:latin typeface="Aptos"/>
                <a:ea typeface="Aptos"/>
                <a:cs typeface="Aptos"/>
              </a:rPr>
              <a:t>Đậu Đức Bách  •  MSSV 22000071</a:t>
            </a:r>
          </a:p>
          <a:p xmlns:a="http://schemas.openxmlformats.org/drawingml/2006/main">
            <a:pPr algn="l">
              <a:lnSpc>
                <a:spcPct val="108000"/>
              </a:lnSpc>
              <a:buNone/>
              <a:defRPr sz="1725" b="0" i="0">
                <a:solidFill>
                  <a:srgbClr val="475569"/>
                </a:solidFill>
                <a:latin typeface="Aptos"/>
                <a:ea typeface="Aptos"/>
                <a:cs typeface="Aptos"/>
              </a:defRPr>
            </a:pPr>
            <a:r>
              <a:rPr sz="1725" b="0" i="0">
                <a:solidFill>
                  <a:srgbClr val="475569"/>
                </a:solidFill>
                <a:latin typeface="Aptos"/>
                <a:ea typeface="Aptos"/>
                <a:cs typeface="Aptos"/>
              </a:rPr>
              <a:t>K67A2 – Toán Tin</a:t>
            </a:r>
          </a:p>
        </p:txBody>
      </p:sp>
      <p:sp>
        <p:nvSpPr>
          <p:cNvPr id="7" name="">
            <a:extLst xmlns:a="http://schemas.openxmlformats.org/drawingml/2006/main">
              <a:ext uri="{FF2B5EF4-FFF2-40B4-BE49-F238E27FC236}">
                <a16:creationId xmlns:a16="http://schemas.microsoft.com/office/drawing/2014/main" id="{C137B381-4A6F-48D7-A589-70B12ABFE919}"/>
              </a:ext>
            </a:extLst>
          </p:cNvPr>
          <p:cNvSpPr>
            <a:spLocks xmlns:a="http://schemas.openxmlformats.org/drawingml/2006/main" noGrp="1"/>
          </p:cNvSpPr>
          <p:nvPr/>
        </p:nvSpPr>
        <p:spPr>
          <a:xfrm xmlns:a="http://schemas.openxmlformats.org/drawingml/2006/main">
            <a:off x="7734300" y="1257300"/>
            <a:ext cx="1352550" cy="933450"/>
          </a:xfrm>
          <a:prstGeom xmlns:a="http://schemas.openxmlformats.org/drawingml/2006/main" prst="roundRect">
            <a:avLst>
              <a:gd name="adj" fmla="val 20408"/>
            </a:avLst>
          </a:prstGeom>
          <a:solidFill xmlns:a="http://schemas.openxmlformats.org/drawingml/2006/main">
            <a:srgbClr val="F8FAFC"/>
          </a:solidFill>
          <a:ln xmlns:a="http://schemas.openxmlformats.org/drawingml/2006/main" w="19050">
            <a:solidFill>
              <a:srgbClr val="0891B2"/>
            </a:solidFill>
            <a:prstDash val="solid"/>
          </a:ln>
        </p:spPr>
      </p:sp>
      <p:sp>
        <p:nvSpPr>
          <p:cNvPr id="8" name="">
            <a:extLst xmlns:a="http://schemas.openxmlformats.org/drawingml/2006/main">
              <a:ext uri="{FF2B5EF4-FFF2-40B4-BE49-F238E27FC236}">
                <a16:creationId xmlns:a16="http://schemas.microsoft.com/office/drawing/2014/main" id="{DA091A83-E47B-44E5-9892-1ED16508B547}"/>
              </a:ext>
            </a:extLst>
          </p:cNvPr>
          <p:cNvSpPr>
            <a:spLocks xmlns:a="http://schemas.openxmlformats.org/drawingml/2006/main" noGrp="1"/>
          </p:cNvSpPr>
          <p:nvPr/>
        </p:nvSpPr>
        <p:spPr>
          <a:xfrm xmlns:a="http://schemas.openxmlformats.org/drawingml/2006/main">
            <a:off x="7734300" y="1257300"/>
            <a:ext cx="135255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800" b="1" i="0">
                <a:solidFill>
                  <a:srgbClr val="0891B2"/>
                </a:solidFill>
                <a:latin typeface="Aptos"/>
                <a:ea typeface="Aptos"/>
                <a:cs typeface="Aptos"/>
              </a:defRPr>
            </a:pPr>
            <a:r>
              <a:rPr sz="1800" b="1" i="0">
                <a:solidFill>
                  <a:srgbClr val="0891B2"/>
                </a:solidFill>
                <a:latin typeface="Aptos"/>
                <a:ea typeface="Aptos"/>
                <a:cs typeface="Aptos"/>
              </a:rPr>
              <a:t>React</a:t>
            </a:r>
          </a:p>
        </p:txBody>
      </p:sp>
      <p:sp>
        <p:nvSpPr>
          <p:cNvPr id="9" name="">
            <a:extLst xmlns:a="http://schemas.openxmlformats.org/drawingml/2006/main">
              <a:ext uri="{FF2B5EF4-FFF2-40B4-BE49-F238E27FC236}">
                <a16:creationId xmlns:a16="http://schemas.microsoft.com/office/drawing/2014/main" id="{545B309C-CEC4-4676-A2AE-17823C864D74}"/>
              </a:ext>
            </a:extLst>
          </p:cNvPr>
          <p:cNvSpPr>
            <a:spLocks xmlns:a="http://schemas.openxmlformats.org/drawingml/2006/main" noGrp="1"/>
          </p:cNvSpPr>
          <p:nvPr/>
        </p:nvSpPr>
        <p:spPr>
          <a:xfrm xmlns:a="http://schemas.openxmlformats.org/drawingml/2006/main">
            <a:off x="9391650" y="1257300"/>
            <a:ext cx="1352550" cy="933450"/>
          </a:xfrm>
          <a:prstGeom xmlns:a="http://schemas.openxmlformats.org/drawingml/2006/main" prst="roundRect">
            <a:avLst>
              <a:gd name="adj" fmla="val 20408"/>
            </a:avLst>
          </a:prstGeom>
          <a:solidFill xmlns:a="http://schemas.openxmlformats.org/drawingml/2006/main">
            <a:srgbClr val="F8FAFC"/>
          </a:solidFill>
          <a:ln xmlns:a="http://schemas.openxmlformats.org/drawingml/2006/main" w="19050">
            <a:solidFill>
              <a:srgbClr val="059669"/>
            </a:solidFill>
            <a:prstDash val="solid"/>
          </a:ln>
        </p:spPr>
      </p:sp>
      <p:sp>
        <p:nvSpPr>
          <p:cNvPr id="10" name="">
            <a:extLst xmlns:a="http://schemas.openxmlformats.org/drawingml/2006/main">
              <a:ext uri="{FF2B5EF4-FFF2-40B4-BE49-F238E27FC236}">
                <a16:creationId xmlns:a16="http://schemas.microsoft.com/office/drawing/2014/main" id="{EC1DF2AB-FCAE-4B8D-9EF2-63CCEA81C18D}"/>
              </a:ext>
            </a:extLst>
          </p:cNvPr>
          <p:cNvSpPr>
            <a:spLocks xmlns:a="http://schemas.openxmlformats.org/drawingml/2006/main" noGrp="1"/>
          </p:cNvSpPr>
          <p:nvPr/>
        </p:nvSpPr>
        <p:spPr>
          <a:xfrm xmlns:a="http://schemas.openxmlformats.org/drawingml/2006/main">
            <a:off x="9391650" y="1257300"/>
            <a:ext cx="135255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800" b="1" i="0">
                <a:solidFill>
                  <a:srgbClr val="059669"/>
                </a:solidFill>
                <a:latin typeface="Aptos"/>
                <a:ea typeface="Aptos"/>
                <a:cs typeface="Aptos"/>
              </a:defRPr>
            </a:pPr>
            <a:r>
              <a:rPr sz="1800" b="1" i="0">
                <a:solidFill>
                  <a:srgbClr val="059669"/>
                </a:solidFill>
                <a:latin typeface="Aptos"/>
                <a:ea typeface="Aptos"/>
                <a:cs typeface="Aptos"/>
              </a:rPr>
              <a:t>Spring</a:t>
            </a:r>
          </a:p>
        </p:txBody>
      </p:sp>
      <p:sp>
        <p:nvSpPr>
          <p:cNvPr id="11" name="">
            <a:extLst xmlns:a="http://schemas.openxmlformats.org/drawingml/2006/main">
              <a:ext uri="{FF2B5EF4-FFF2-40B4-BE49-F238E27FC236}">
                <a16:creationId xmlns:a16="http://schemas.microsoft.com/office/drawing/2014/main" id="{365901FD-04DF-47F8-8893-E2E6D246DFA4}"/>
              </a:ext>
            </a:extLst>
          </p:cNvPr>
          <p:cNvSpPr>
            <a:spLocks xmlns:a="http://schemas.openxmlformats.org/drawingml/2006/main" noGrp="1"/>
          </p:cNvSpPr>
          <p:nvPr/>
        </p:nvSpPr>
        <p:spPr>
          <a:xfrm xmlns:a="http://schemas.openxmlformats.org/drawingml/2006/main">
            <a:off x="7734300" y="2609850"/>
            <a:ext cx="1352550" cy="933450"/>
          </a:xfrm>
          <a:prstGeom xmlns:a="http://schemas.openxmlformats.org/drawingml/2006/main" prst="roundRect">
            <a:avLst>
              <a:gd name="adj" fmla="val 20408"/>
            </a:avLst>
          </a:prstGeom>
          <a:solidFill xmlns:a="http://schemas.openxmlformats.org/drawingml/2006/main">
            <a:srgbClr val="F8FAFC"/>
          </a:solidFill>
          <a:ln xmlns:a="http://schemas.openxmlformats.org/drawingml/2006/main" w="19050">
            <a:solidFill>
              <a:srgbClr val="2563EB"/>
            </a:solidFill>
            <a:prstDash val="solid"/>
          </a:ln>
        </p:spPr>
      </p:sp>
      <p:sp>
        <p:nvSpPr>
          <p:cNvPr id="12" name="">
            <a:extLst xmlns:a="http://schemas.openxmlformats.org/drawingml/2006/main">
              <a:ext uri="{FF2B5EF4-FFF2-40B4-BE49-F238E27FC236}">
                <a16:creationId xmlns:a16="http://schemas.microsoft.com/office/drawing/2014/main" id="{F8D0D91C-2CC0-459E-9BBF-9CF0F381AEE2}"/>
              </a:ext>
            </a:extLst>
          </p:cNvPr>
          <p:cNvSpPr>
            <a:spLocks xmlns:a="http://schemas.openxmlformats.org/drawingml/2006/main" noGrp="1"/>
          </p:cNvSpPr>
          <p:nvPr/>
        </p:nvSpPr>
        <p:spPr>
          <a:xfrm xmlns:a="http://schemas.openxmlformats.org/drawingml/2006/main">
            <a:off x="7734300" y="2609850"/>
            <a:ext cx="135255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800" b="1" i="0">
                <a:solidFill>
                  <a:srgbClr val="2563EB"/>
                </a:solidFill>
                <a:latin typeface="Aptos"/>
                <a:ea typeface="Aptos"/>
                <a:cs typeface="Aptos"/>
              </a:defRPr>
            </a:pPr>
            <a:r>
              <a:rPr sz="1800" b="1" i="0">
                <a:solidFill>
                  <a:srgbClr val="2563EB"/>
                </a:solidFill>
                <a:latin typeface="Aptos"/>
                <a:ea typeface="Aptos"/>
                <a:cs typeface="Aptos"/>
              </a:rPr>
              <a:t>MySQL</a:t>
            </a:r>
          </a:p>
        </p:txBody>
      </p:sp>
      <p:sp>
        <p:nvSpPr>
          <p:cNvPr id="13" name="">
            <a:extLst xmlns:a="http://schemas.openxmlformats.org/drawingml/2006/main">
              <a:ext uri="{FF2B5EF4-FFF2-40B4-BE49-F238E27FC236}">
                <a16:creationId xmlns:a16="http://schemas.microsoft.com/office/drawing/2014/main" id="{12003C0F-339A-4D3D-ABF7-13C27D22F0FC}"/>
              </a:ext>
            </a:extLst>
          </p:cNvPr>
          <p:cNvSpPr>
            <a:spLocks xmlns:a="http://schemas.openxmlformats.org/drawingml/2006/main" noGrp="1"/>
          </p:cNvSpPr>
          <p:nvPr/>
        </p:nvSpPr>
        <p:spPr>
          <a:xfrm xmlns:a="http://schemas.openxmlformats.org/drawingml/2006/main">
            <a:off x="9391650" y="2609850"/>
            <a:ext cx="1352550" cy="933450"/>
          </a:xfrm>
          <a:prstGeom xmlns:a="http://schemas.openxmlformats.org/drawingml/2006/main" prst="roundRect">
            <a:avLst>
              <a:gd name="adj" fmla="val 20408"/>
            </a:avLst>
          </a:prstGeom>
          <a:solidFill xmlns:a="http://schemas.openxmlformats.org/drawingml/2006/main">
            <a:srgbClr val="F8FAFC"/>
          </a:solidFill>
          <a:ln xmlns:a="http://schemas.openxmlformats.org/drawingml/2006/main" w="19050">
            <a:solidFill>
              <a:srgbClr val="DC2626"/>
            </a:solidFill>
            <a:prstDash val="solid"/>
          </a:ln>
        </p:spPr>
      </p:sp>
      <p:sp>
        <p:nvSpPr>
          <p:cNvPr id="14" name="">
            <a:extLst xmlns:a="http://schemas.openxmlformats.org/drawingml/2006/main">
              <a:ext uri="{FF2B5EF4-FFF2-40B4-BE49-F238E27FC236}">
                <a16:creationId xmlns:a16="http://schemas.microsoft.com/office/drawing/2014/main" id="{68712325-4A5E-4C24-B3E2-4681591D956C}"/>
              </a:ext>
            </a:extLst>
          </p:cNvPr>
          <p:cNvSpPr>
            <a:spLocks xmlns:a="http://schemas.openxmlformats.org/drawingml/2006/main" noGrp="1"/>
          </p:cNvSpPr>
          <p:nvPr/>
        </p:nvSpPr>
        <p:spPr>
          <a:xfrm xmlns:a="http://schemas.openxmlformats.org/drawingml/2006/main">
            <a:off x="9391650" y="2609850"/>
            <a:ext cx="135255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800" b="1" i="0">
                <a:solidFill>
                  <a:srgbClr val="DC2626"/>
                </a:solidFill>
                <a:latin typeface="Aptos"/>
                <a:ea typeface="Aptos"/>
                <a:cs typeface="Aptos"/>
              </a:defRPr>
            </a:pPr>
            <a:r>
              <a:rPr sz="1800" b="1" i="0">
                <a:solidFill>
                  <a:srgbClr val="DC2626"/>
                </a:solidFill>
                <a:latin typeface="Aptos"/>
                <a:ea typeface="Aptos"/>
                <a:cs typeface="Aptos"/>
              </a:rPr>
              <a:t>Redis</a:t>
            </a:r>
          </a:p>
        </p:txBody>
      </p:sp>
      <p:sp>
        <p:nvSpPr>
          <p:cNvPr id="15" name="">
            <a:extLst xmlns:a="http://schemas.openxmlformats.org/drawingml/2006/main">
              <a:ext uri="{FF2B5EF4-FFF2-40B4-BE49-F238E27FC236}">
                <a16:creationId xmlns:a16="http://schemas.microsoft.com/office/drawing/2014/main" id="{00261739-5151-490E-B40B-02B4E80CA5B0}"/>
              </a:ext>
            </a:extLst>
          </p:cNvPr>
          <p:cNvSpPr>
            <a:spLocks xmlns:a="http://schemas.openxmlformats.org/drawingml/2006/main" noGrp="1"/>
          </p:cNvSpPr>
          <p:nvPr/>
        </p:nvSpPr>
        <p:spPr>
          <a:xfrm xmlns:a="http://schemas.openxmlformats.org/drawingml/2006/main">
            <a:off x="7734300" y="3962400"/>
            <a:ext cx="1352550" cy="933450"/>
          </a:xfrm>
          <a:prstGeom xmlns:a="http://schemas.openxmlformats.org/drawingml/2006/main" prst="roundRect">
            <a:avLst>
              <a:gd name="adj" fmla="val 20408"/>
            </a:avLst>
          </a:prstGeom>
          <a:solidFill xmlns:a="http://schemas.openxmlformats.org/drawingml/2006/main">
            <a:srgbClr val="F8FAFC"/>
          </a:solidFill>
          <a:ln xmlns:a="http://schemas.openxmlformats.org/drawingml/2006/main" w="19050">
            <a:solidFill>
              <a:srgbClr val="D97706"/>
            </a:solidFill>
            <a:prstDash val="solid"/>
          </a:ln>
        </p:spPr>
      </p:sp>
      <p:sp>
        <p:nvSpPr>
          <p:cNvPr id="16" name="">
            <a:extLst xmlns:a="http://schemas.openxmlformats.org/drawingml/2006/main">
              <a:ext uri="{FF2B5EF4-FFF2-40B4-BE49-F238E27FC236}">
                <a16:creationId xmlns:a16="http://schemas.microsoft.com/office/drawing/2014/main" id="{95543E88-8FDA-4898-9D89-51338F68A978}"/>
              </a:ext>
            </a:extLst>
          </p:cNvPr>
          <p:cNvSpPr>
            <a:spLocks xmlns:a="http://schemas.openxmlformats.org/drawingml/2006/main" noGrp="1"/>
          </p:cNvSpPr>
          <p:nvPr/>
        </p:nvSpPr>
        <p:spPr>
          <a:xfrm xmlns:a="http://schemas.openxmlformats.org/drawingml/2006/main">
            <a:off x="7734300" y="3962400"/>
            <a:ext cx="135255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800" b="1" i="0">
                <a:solidFill>
                  <a:srgbClr val="D97706"/>
                </a:solidFill>
                <a:latin typeface="Aptos"/>
                <a:ea typeface="Aptos"/>
                <a:cs typeface="Aptos"/>
              </a:defRPr>
            </a:pPr>
            <a:r>
              <a:rPr sz="1800" b="1" i="0">
                <a:solidFill>
                  <a:srgbClr val="D97706"/>
                </a:solidFill>
                <a:latin typeface="Aptos"/>
                <a:ea typeface="Aptos"/>
                <a:cs typeface="Aptos"/>
              </a:rPr>
              <a:t>AI</a:t>
            </a:r>
          </a:p>
        </p:txBody>
      </p:sp>
      <p:sp>
        <p:nvSpPr>
          <p:cNvPr id="17" name="">
            <a:extLst xmlns:a="http://schemas.openxmlformats.org/drawingml/2006/main">
              <a:ext uri="{FF2B5EF4-FFF2-40B4-BE49-F238E27FC236}">
                <a16:creationId xmlns:a16="http://schemas.microsoft.com/office/drawing/2014/main" id="{50F05FFD-B4C6-4A90-A3C3-6AAFB55DCE06}"/>
              </a:ext>
            </a:extLst>
          </p:cNvPr>
          <p:cNvSpPr>
            <a:spLocks xmlns:a="http://schemas.openxmlformats.org/drawingml/2006/main" noGrp="1"/>
          </p:cNvSpPr>
          <p:nvPr/>
        </p:nvSpPr>
        <p:spPr>
          <a:xfrm xmlns:a="http://schemas.openxmlformats.org/drawingml/2006/main">
            <a:off x="8991600" y="5200650"/>
            <a:ext cx="800100" cy="800100"/>
          </a:xfrm>
          <a:prstGeom xmlns:a="http://schemas.openxmlformats.org/drawingml/2006/main" prst="ellipse">
            <a:avLst/>
          </a:prstGeom>
          <a:solidFill xmlns:a="http://schemas.openxmlformats.org/drawingml/2006/main">
            <a:srgbClr val="0B1F3A"/>
          </a:solidFill>
          <a:ln xmlns:a="http://schemas.openxmlformats.org/drawingml/2006/main" w="9525">
            <a:solidFill>
              <a:srgbClr val="0B1F3A"/>
            </a:solidFill>
            <a:prstDash val="solid"/>
          </a:ln>
        </p:spPr>
      </p:sp>
      <p:sp>
        <p:nvSpPr>
          <p:cNvPr id="18" name="">
            <a:extLst xmlns:a="http://schemas.openxmlformats.org/drawingml/2006/main">
              <a:ext uri="{FF2B5EF4-FFF2-40B4-BE49-F238E27FC236}">
                <a16:creationId xmlns:a16="http://schemas.microsoft.com/office/drawing/2014/main" id="{0562FBF0-3EC9-4846-A44A-7D81687FD553}"/>
              </a:ext>
            </a:extLst>
          </p:cNvPr>
          <p:cNvSpPr>
            <a:spLocks xmlns:a="http://schemas.openxmlformats.org/drawingml/2006/main" noGrp="1"/>
          </p:cNvSpPr>
          <p:nvPr/>
        </p:nvSpPr>
        <p:spPr>
          <a:xfrm xmlns:a="http://schemas.openxmlformats.org/drawingml/2006/main">
            <a:off x="8991600" y="5200650"/>
            <a:ext cx="8001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700" b="1" i="0">
                <a:solidFill>
                  <a:srgbClr val="FFFFFF"/>
                </a:solidFill>
                <a:latin typeface="Aptos"/>
                <a:ea typeface="Aptos"/>
                <a:cs typeface="Aptos"/>
              </a:defRPr>
            </a:pPr>
            <a:r>
              <a:rPr sz="2700" b="1" i="0">
                <a:solidFill>
                  <a:srgbClr val="FFFFFF"/>
                </a:solidFill>
                <a:latin typeface="Aptos"/>
                <a:ea typeface="Aptos"/>
                <a:cs typeface="Aptos"/>
              </a:rPr>
              <a:t>V</a:t>
            </a:r>
          </a:p>
        </p:txBody>
      </p:sp>
      <p:cxnSp>
        <p:nvCxnSpPr>
          <p:cNvPr id="43" name=""/>
          <p:cNvCxnSpPr>
            <a:stCxn xmlns:a="http://schemas.openxmlformats.org/drawingml/2006/main" id="7" idx="2"/>
            <a:endCxn xmlns:a="http://schemas.openxmlformats.org/drawingml/2006/main" id="17" idx="0"/>
          </p:cNvCxnSpPr>
          <p:nvPr/>
        </p:nvCxnSpPr>
        <p:spPr>
          <a:xfrm xmlns:a="http://schemas.openxmlformats.org/drawingml/2006/main">
            <a:off x="8410575" y="2190750"/>
            <a:ext cx="981075" cy="3009900"/>
          </a:xfrm>
          <a:prstGeom xmlns:a="http://schemas.openxmlformats.org/drawingml/2006/main" prst="bentConnector4">
            <a:avLst/>
          </a:prstGeom>
          <a:ln xmlns:a="http://schemas.openxmlformats.org/drawingml/2006/main" w="20955">
            <a:solidFill>
              <a:srgbClr val="CBD5E1"/>
            </a:solidFill>
            <a:prstDash val="dash"/>
          </a:ln>
        </p:spPr>
      </p:cxnSp>
      <p:cxnSp>
        <p:nvCxnSpPr>
          <p:cNvPr id="44" name=""/>
          <p:cNvCxnSpPr>
            <a:stCxn xmlns:a="http://schemas.openxmlformats.org/drawingml/2006/main" id="9" idx="2"/>
            <a:endCxn xmlns:a="http://schemas.openxmlformats.org/drawingml/2006/main" id="17" idx="0"/>
          </p:cNvCxnSpPr>
          <p:nvPr/>
        </p:nvCxnSpPr>
        <p:spPr>
          <a:xfrm xmlns:a="http://schemas.openxmlformats.org/drawingml/2006/main" flipH="1">
            <a:off x="9277350" y="2190750"/>
            <a:ext cx="790575" cy="3009900"/>
          </a:xfrm>
          <a:prstGeom xmlns:a="http://schemas.openxmlformats.org/drawingml/2006/main" prst="bentConnector4">
            <a:avLst/>
          </a:prstGeom>
          <a:ln xmlns:a="http://schemas.openxmlformats.org/drawingml/2006/main" w="20955">
            <a:solidFill>
              <a:srgbClr val="CBD5E1"/>
            </a:solidFill>
            <a:prstDash val="dash"/>
          </a:ln>
        </p:spPr>
      </p:cxnSp>
      <p:cxnSp>
        <p:nvCxnSpPr>
          <p:cNvPr id="45" name=""/>
          <p:cNvCxnSpPr>
            <a:stCxn xmlns:a="http://schemas.openxmlformats.org/drawingml/2006/main" id="11" idx="2"/>
            <a:endCxn xmlns:a="http://schemas.openxmlformats.org/drawingml/2006/main" id="17" idx="0"/>
          </p:cNvCxnSpPr>
          <p:nvPr/>
        </p:nvCxnSpPr>
        <p:spPr>
          <a:xfrm xmlns:a="http://schemas.openxmlformats.org/drawingml/2006/main">
            <a:off x="8410575" y="3543300"/>
            <a:ext cx="981075" cy="1657350"/>
          </a:xfrm>
          <a:prstGeom xmlns:a="http://schemas.openxmlformats.org/drawingml/2006/main" prst="bentConnector4">
            <a:avLst>
              <a:gd name="adj1" fmla="val 0"/>
              <a:gd name="adj2" fmla="val 13793"/>
            </a:avLst>
          </a:prstGeom>
          <a:ln xmlns:a="http://schemas.openxmlformats.org/drawingml/2006/main" w="20955">
            <a:solidFill>
              <a:srgbClr val="CBD5E1"/>
            </a:solidFill>
            <a:prstDash val="dash"/>
          </a:ln>
        </p:spPr>
      </p:cxnSp>
      <p:cxnSp>
        <p:nvCxnSpPr>
          <p:cNvPr id="46" name=""/>
          <p:cNvCxnSpPr>
            <a:stCxn xmlns:a="http://schemas.openxmlformats.org/drawingml/2006/main" id="13" idx="2"/>
            <a:endCxn xmlns:a="http://schemas.openxmlformats.org/drawingml/2006/main" id="17" idx="0"/>
          </p:cNvCxnSpPr>
          <p:nvPr/>
        </p:nvCxnSpPr>
        <p:spPr>
          <a:xfrm xmlns:a="http://schemas.openxmlformats.org/drawingml/2006/main" flipH="1">
            <a:off x="9391650" y="3543300"/>
            <a:ext cx="676275" cy="1657350"/>
          </a:xfrm>
          <a:prstGeom xmlns:a="http://schemas.openxmlformats.org/drawingml/2006/main" prst="bentConnector4">
            <a:avLst>
              <a:gd name="adj1" fmla="val 0"/>
              <a:gd name="adj2" fmla="val 50000"/>
            </a:avLst>
          </a:prstGeom>
          <a:ln xmlns:a="http://schemas.openxmlformats.org/drawingml/2006/main" w="20955">
            <a:solidFill>
              <a:srgbClr val="CBD5E1"/>
            </a:solidFill>
            <a:prstDash val="dash"/>
          </a:ln>
        </p:spPr>
      </p:cxnSp>
      <p:cxnSp>
        <p:nvCxnSpPr>
          <p:cNvPr id="47" name=""/>
          <p:cNvCxnSpPr>
            <a:stCxn xmlns:a="http://schemas.openxmlformats.org/drawingml/2006/main" id="15" idx="2"/>
            <a:endCxn xmlns:a="http://schemas.openxmlformats.org/drawingml/2006/main" id="17" idx="0"/>
          </p:cNvCxnSpPr>
          <p:nvPr/>
        </p:nvCxnSpPr>
        <p:spPr>
          <a:xfrm xmlns:a="http://schemas.openxmlformats.org/drawingml/2006/main">
            <a:off x="8410575" y="4895850"/>
            <a:ext cx="981075" cy="304800"/>
          </a:xfrm>
          <a:prstGeom xmlns:a="http://schemas.openxmlformats.org/drawingml/2006/main" prst="bentConnector4">
            <a:avLst>
              <a:gd name="adj1" fmla="val 0"/>
              <a:gd name="adj2" fmla="val 50000"/>
            </a:avLst>
          </a:prstGeom>
          <a:ln xmlns:a="http://schemas.openxmlformats.org/drawingml/2006/main" w="20955">
            <a:solidFill>
              <a:srgbClr val="CBD5E1"/>
            </a:solidFill>
            <a:prstDash val="dash"/>
          </a:ln>
        </p:spPr>
      </p:cxnSp>
      <p:sp>
        <p:nvSpPr>
          <p:cNvPr id="24" name="">
            <a:extLst xmlns:a="http://schemas.openxmlformats.org/drawingml/2006/main">
              <a:ext uri="{FF2B5EF4-FFF2-40B4-BE49-F238E27FC236}">
                <a16:creationId xmlns:a16="http://schemas.microsoft.com/office/drawing/2014/main" id="{0CCA7DA0-BD76-46BF-84EE-B018F9F09AC7}"/>
              </a:ext>
            </a:extLst>
          </p:cNvPr>
          <p:cNvSpPr>
            <a:spLocks xmlns:a="http://schemas.openxmlformats.org/drawingml/2006/main" noGrp="1"/>
          </p:cNvSpPr>
          <p:nvPr/>
        </p:nvSpPr>
        <p:spPr>
          <a:xfrm xmlns:a="http://schemas.openxmlformats.org/drawingml/2006/main">
            <a:off x="685800" y="6096000"/>
            <a:ext cx="781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1" i="0">
                <a:solidFill>
                  <a:srgbClr val="64748B"/>
                </a:solidFill>
                <a:latin typeface="Aptos"/>
                <a:ea typeface="Aptos"/>
                <a:cs typeface="Aptos"/>
              </a:defRPr>
            </a:pPr>
            <a:r>
              <a:rPr sz="1575" b="1" i="0">
                <a:solidFill>
                  <a:srgbClr val="64748B"/>
                </a:solidFill>
                <a:latin typeface="Aptos"/>
                <a:ea typeface="Aptos"/>
                <a:cs typeface="Aptos"/>
              </a:rPr>
              <a:t>Tra cứu  •  Ôn tập  •  Luyện nghe  •  Viết với AI</a:t>
            </a:r>
          </a:p>
        </p:txBody>
      </p:sp>
    </p:spTree>
    <p:extLst>
      <p:ext uri="{BB962C8B-B14F-4D97-AF65-F5344CB8AC3E}">
        <p14:creationId xmlns:p14="http://schemas.microsoft.com/office/powerpoint/2010/main" val="121429456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43982D9D-B2C3-4C64-A916-90D0D0912766}"/>
              </a:ext>
            </a:extLst>
          </p:cNvPr>
          <p:cNvSpPr>
            <a:spLocks xmlns:a="http://schemas.openxmlformats.org/drawingml/2006/main" noGrp="1"/>
          </p:cNvSpPr>
          <p:nvPr/>
        </p:nvSpPr>
        <p:spPr>
          <a:xfrm xmlns:a="http://schemas.openxmlformats.org/drawingml/2006/main">
            <a:off x="609600" y="285750"/>
            <a:ext cx="1314450" cy="323850"/>
          </a:xfrm>
          <a:prstGeom xmlns:a="http://schemas.openxmlformats.org/drawingml/2006/main" prst="roundRect">
            <a:avLst>
              <a:gd name="adj" fmla="val 50000"/>
            </a:avLst>
          </a:prstGeom>
          <a:solidFill xmlns:a="http://schemas.openxmlformats.org/drawingml/2006/main">
            <a:srgbClr val="EFF6FF"/>
          </a:solidFill>
          <a:ln xmlns:a="http://schemas.openxmlformats.org/drawingml/2006/main" w="9525">
            <a:solidFill>
              <a:srgbClr val="EFF6FF"/>
            </a:solidFill>
            <a:prstDash val="solid"/>
          </a:ln>
        </p:spPr>
      </p:sp>
      <p:sp>
        <p:nvSpPr>
          <p:cNvPr id="2" name="">
            <a:extLst xmlns:a="http://schemas.openxmlformats.org/drawingml/2006/main">
              <a:ext uri="{FF2B5EF4-FFF2-40B4-BE49-F238E27FC236}">
                <a16:creationId xmlns:a16="http://schemas.microsoft.com/office/drawing/2014/main" id="{AF1751C2-4EBB-47E1-9102-46372AE5A038}"/>
              </a:ext>
            </a:extLst>
          </p:cNvPr>
          <p:cNvSpPr>
            <a:spLocks xmlns:a="http://schemas.openxmlformats.org/drawingml/2006/main" noGrp="1"/>
          </p:cNvSpPr>
          <p:nvPr/>
        </p:nvSpPr>
        <p:spPr>
          <a:xfrm xmlns:a="http://schemas.openxmlformats.org/drawingml/2006/main">
            <a:off x="609600" y="295275"/>
            <a:ext cx="1314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350" b="1" i="0">
                <a:solidFill>
                  <a:srgbClr val="2563EB"/>
                </a:solidFill>
                <a:latin typeface="Aptos"/>
                <a:ea typeface="Aptos"/>
                <a:cs typeface="Aptos"/>
              </a:defRPr>
            </a:pPr>
            <a:r>
              <a:rPr sz="1350" b="1" i="0">
                <a:solidFill>
                  <a:srgbClr val="2563EB"/>
                </a:solidFill>
                <a:latin typeface="Aptos"/>
                <a:ea typeface="Aptos"/>
                <a:cs typeface="Aptos"/>
              </a:rPr>
              <a:t>BÀI TOÁN</a:t>
            </a:r>
          </a:p>
        </p:txBody>
      </p:sp>
      <p:sp>
        <p:nvSpPr>
          <p:cNvPr id="3" name="">
            <a:extLst xmlns:a="http://schemas.openxmlformats.org/drawingml/2006/main">
              <a:ext uri="{FF2B5EF4-FFF2-40B4-BE49-F238E27FC236}">
                <a16:creationId xmlns:a16="http://schemas.microsoft.com/office/drawing/2014/main" id="{BF0A62AD-9283-4279-99BD-576627C60138}"/>
              </a:ext>
            </a:extLst>
          </p:cNvPr>
          <p:cNvSpPr>
            <a:spLocks xmlns:a="http://schemas.openxmlformats.org/drawingml/2006/main" noGrp="1"/>
          </p:cNvSpPr>
          <p:nvPr/>
        </p:nvSpPr>
        <p:spPr>
          <a:xfrm xmlns:a="http://schemas.openxmlformats.org/drawingml/2006/main">
            <a:off x="609600" y="742950"/>
            <a:ext cx="109728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3600" b="1" i="0">
                <a:solidFill>
                  <a:srgbClr val="0B1F3A"/>
                </a:solidFill>
                <a:latin typeface="Aptos"/>
                <a:ea typeface="Aptos"/>
                <a:cs typeface="Aptos"/>
              </a:defRPr>
            </a:pPr>
            <a:r>
              <a:rPr sz="3600" b="1" i="0">
                <a:solidFill>
                  <a:srgbClr val="0B1F3A"/>
                </a:solidFill>
                <a:latin typeface="Aptos"/>
                <a:ea typeface="Aptos"/>
                <a:cs typeface="Aptos"/>
              </a:rPr>
              <a:t>Nhiều công cụ nhưng vẫn khó ôn đúng nội dung</a:t>
            </a:r>
          </a:p>
        </p:txBody>
      </p:sp>
      <p:sp>
        <p:nvSpPr>
          <p:cNvPr id="4" name="">
            <a:extLst xmlns:a="http://schemas.openxmlformats.org/drawingml/2006/main">
              <a:ext uri="{FF2B5EF4-FFF2-40B4-BE49-F238E27FC236}">
                <a16:creationId xmlns:a16="http://schemas.microsoft.com/office/drawing/2014/main" id="{06DA298C-CFB8-4660-9A9F-E06E64CFC222}"/>
              </a:ext>
            </a:extLst>
          </p:cNvPr>
          <p:cNvSpPr>
            <a:spLocks xmlns:a="http://schemas.openxmlformats.org/drawingml/2006/main" noGrp="1"/>
          </p:cNvSpPr>
          <p:nvPr/>
        </p:nvSpPr>
        <p:spPr>
          <a:xfrm xmlns:a="http://schemas.openxmlformats.org/drawingml/2006/main">
            <a:off x="609600" y="1495425"/>
            <a:ext cx="10972800" cy="19050"/>
          </a:xfrm>
          <a:prstGeom xmlns:a="http://schemas.openxmlformats.org/drawingml/2006/main" prst="rect">
            <a:avLst/>
          </a:prstGeom>
          <a:solidFill xmlns:a="http://schemas.openxmlformats.org/drawingml/2006/main">
            <a:srgbClr val="E2E8F0"/>
          </a:solidFill>
          <a:ln xmlns:a="http://schemas.openxmlformats.org/drawingml/2006/main" w="0">
            <a:solidFill>
              <a:srgbClr val="E2E8F0"/>
            </a:solidFill>
            <a:prstDash val="solid"/>
          </a:ln>
        </p:spPr>
      </p:sp>
      <p:sp>
        <p:nvSpPr>
          <p:cNvPr id="5" name="">
            <a:extLst xmlns:a="http://schemas.openxmlformats.org/drawingml/2006/main">
              <a:ext uri="{FF2B5EF4-FFF2-40B4-BE49-F238E27FC236}">
                <a16:creationId xmlns:a16="http://schemas.microsoft.com/office/drawing/2014/main" id="{20AB6272-B1B9-45F3-A31F-66B17175BC70}"/>
              </a:ext>
            </a:extLst>
          </p:cNvPr>
          <p:cNvSpPr>
            <a:spLocks xmlns:a="http://schemas.openxmlformats.org/drawingml/2006/main" noGrp="1"/>
          </p:cNvSpPr>
          <p:nvPr/>
        </p:nvSpPr>
        <p:spPr>
          <a:xfrm xmlns:a="http://schemas.openxmlformats.org/drawingml/2006/main">
            <a:off x="609600" y="1495425"/>
            <a:ext cx="1143000" cy="38100"/>
          </a:xfrm>
          <a:prstGeom xmlns:a="http://schemas.openxmlformats.org/drawingml/2006/main" prst="rect">
            <a:avLst/>
          </a:prstGeom>
          <a:solidFill xmlns:a="http://schemas.openxmlformats.org/drawingml/2006/main">
            <a:srgbClr val="2563EB"/>
          </a:solidFill>
          <a:ln xmlns:a="http://schemas.openxmlformats.org/drawingml/2006/main" w="0">
            <a:solidFill>
              <a:srgbClr val="2563EB"/>
            </a:solidFill>
            <a:prstDash val="solid"/>
          </a:ln>
        </p:spPr>
      </p:sp>
      <p:sp>
        <p:nvSpPr>
          <p:cNvPr id="6" name="">
            <a:extLst xmlns:a="http://schemas.openxmlformats.org/drawingml/2006/main">
              <a:ext uri="{FF2B5EF4-FFF2-40B4-BE49-F238E27FC236}">
                <a16:creationId xmlns:a16="http://schemas.microsoft.com/office/drawing/2014/main" id="{7AAB64F6-6974-4507-95D5-117000DE9A43}"/>
              </a:ext>
            </a:extLst>
          </p:cNvPr>
          <p:cNvSpPr>
            <a:spLocks xmlns:a="http://schemas.openxmlformats.org/drawingml/2006/main" noGrp="1"/>
          </p:cNvSpPr>
          <p:nvPr/>
        </p:nvSpPr>
        <p:spPr>
          <a:xfrm xmlns:a="http://schemas.openxmlformats.org/drawingml/2006/main">
            <a:off x="609600" y="6543675"/>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1" i="0">
                <a:solidFill>
                  <a:srgbClr val="94A3B8"/>
                </a:solidFill>
                <a:latin typeface="Aptos"/>
                <a:ea typeface="Aptos"/>
                <a:cs typeface="Aptos"/>
              </a:defRPr>
            </a:pPr>
            <a:r>
              <a:rPr sz="1125" b="1" i="0">
                <a:solidFill>
                  <a:srgbClr val="94A3B8"/>
                </a:solidFill>
                <a:latin typeface="Aptos"/>
                <a:ea typeface="Aptos"/>
                <a:cs typeface="Aptos"/>
              </a:rPr>
              <a:t>VOCAB APP  •  ĐỒ ÁN KHÓA LUẬN</a:t>
            </a:r>
          </a:p>
        </p:txBody>
      </p:sp>
      <p:sp>
        <p:nvSpPr>
          <p:cNvPr id="7" name="">
            <a:extLst xmlns:a="http://schemas.openxmlformats.org/drawingml/2006/main">
              <a:ext uri="{FF2B5EF4-FFF2-40B4-BE49-F238E27FC236}">
                <a16:creationId xmlns:a16="http://schemas.microsoft.com/office/drawing/2014/main" id="{392A303E-106B-4058-A4F3-E55E1C18BB4A}"/>
              </a:ext>
            </a:extLst>
          </p:cNvPr>
          <p:cNvSpPr>
            <a:spLocks xmlns:a="http://schemas.openxmlformats.org/drawingml/2006/main" noGrp="1"/>
          </p:cNvSpPr>
          <p:nvPr/>
        </p:nvSpPr>
        <p:spPr>
          <a:xfrm xmlns:a="http://schemas.openxmlformats.org/drawingml/2006/main">
            <a:off x="11144250" y="6486525"/>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1" i="0">
                <a:solidFill>
                  <a:srgbClr val="64748B"/>
                </a:solidFill>
                <a:latin typeface="Aptos"/>
                <a:ea typeface="Aptos"/>
                <a:cs typeface="Aptos"/>
              </a:defRPr>
            </a:pPr>
            <a:r>
              <a:rPr sz="1350" b="1" i="0">
                <a:solidFill>
                  <a:srgbClr val="64748B"/>
                </a:solidFill>
                <a:latin typeface="Aptos"/>
                <a:ea typeface="Aptos"/>
                <a:cs typeface="Aptos"/>
              </a:rPr>
              <a:t>02</a:t>
            </a:r>
          </a:p>
        </p:txBody>
      </p:sp>
      <p:sp>
        <p:nvSpPr>
          <p:cNvPr id="8" name="">
            <a:extLst xmlns:a="http://schemas.openxmlformats.org/drawingml/2006/main">
              <a:ext uri="{FF2B5EF4-FFF2-40B4-BE49-F238E27FC236}">
                <a16:creationId xmlns:a16="http://schemas.microsoft.com/office/drawing/2014/main" id="{8D3BF221-E98D-49CF-A78A-3A01A6B0E0E1}"/>
              </a:ext>
            </a:extLst>
          </p:cNvPr>
          <p:cNvSpPr>
            <a:spLocks xmlns:a="http://schemas.openxmlformats.org/drawingml/2006/main" noGrp="1"/>
          </p:cNvSpPr>
          <p:nvPr/>
        </p:nvSpPr>
        <p:spPr>
          <a:xfrm xmlns:a="http://schemas.openxmlformats.org/drawingml/2006/main">
            <a:off x="609600" y="1962150"/>
            <a:ext cx="3390900" cy="3143250"/>
          </a:xfrm>
          <a:prstGeom xmlns:a="http://schemas.openxmlformats.org/drawingml/2006/main" prst="roundRect">
            <a:avLst>
              <a:gd name="adj" fmla="val 6667"/>
            </a:avLst>
          </a:prstGeom>
          <a:solidFill xmlns:a="http://schemas.openxmlformats.org/drawingml/2006/main">
            <a:srgbClr val="F8FAFC"/>
          </a:solidFill>
          <a:ln xmlns:a="http://schemas.openxmlformats.org/drawingml/2006/main" w="14288">
            <a:solidFill>
              <a:srgbClr val="E2E8F0"/>
            </a:solidFill>
            <a:prstDash val="solid"/>
          </a:ln>
        </p:spPr>
      </p:sp>
      <p:sp>
        <p:nvSpPr>
          <p:cNvPr id="9" name="">
            <a:extLst xmlns:a="http://schemas.openxmlformats.org/drawingml/2006/main">
              <a:ext uri="{FF2B5EF4-FFF2-40B4-BE49-F238E27FC236}">
                <a16:creationId xmlns:a16="http://schemas.microsoft.com/office/drawing/2014/main" id="{BD408DC5-BCD6-4872-BF4B-6AF175BDF211}"/>
              </a:ext>
            </a:extLst>
          </p:cNvPr>
          <p:cNvSpPr>
            <a:spLocks xmlns:a="http://schemas.openxmlformats.org/drawingml/2006/main" noGrp="1"/>
          </p:cNvSpPr>
          <p:nvPr/>
        </p:nvSpPr>
        <p:spPr>
          <a:xfrm xmlns:a="http://schemas.openxmlformats.org/drawingml/2006/main">
            <a:off x="838200" y="2171700"/>
            <a:ext cx="666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i="0">
                <a:solidFill>
                  <a:srgbClr val="64748B"/>
                </a:solidFill>
                <a:latin typeface="Aptos"/>
                <a:ea typeface="Aptos"/>
                <a:cs typeface="Aptos"/>
              </a:defRPr>
            </a:pPr>
            <a:r>
              <a:rPr sz="2550" b="1" i="0">
                <a:solidFill>
                  <a:srgbClr val="64748B"/>
                </a:solidFill>
                <a:latin typeface="Aptos"/>
                <a:ea typeface="Aptos"/>
                <a:cs typeface="Aptos"/>
              </a:rPr>
              <a:t>01</a:t>
            </a:r>
          </a:p>
        </p:txBody>
      </p:sp>
      <p:sp>
        <p:nvSpPr>
          <p:cNvPr id="10" name="">
            <a:extLst xmlns:a="http://schemas.openxmlformats.org/drawingml/2006/main">
              <a:ext uri="{FF2B5EF4-FFF2-40B4-BE49-F238E27FC236}">
                <a16:creationId xmlns:a16="http://schemas.microsoft.com/office/drawing/2014/main" id="{8A23EA86-47B3-42F7-B028-7192C7D60BFE}"/>
              </a:ext>
            </a:extLst>
          </p:cNvPr>
          <p:cNvSpPr>
            <a:spLocks xmlns:a="http://schemas.openxmlformats.org/drawingml/2006/main" noGrp="1"/>
          </p:cNvSpPr>
          <p:nvPr/>
        </p:nvSpPr>
        <p:spPr>
          <a:xfrm xmlns:a="http://schemas.openxmlformats.org/drawingml/2006/main">
            <a:off x="838200" y="2762250"/>
            <a:ext cx="29337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i="0">
                <a:solidFill>
                  <a:srgbClr val="0B1F3A"/>
                </a:solidFill>
                <a:latin typeface="Aptos"/>
                <a:ea typeface="Aptos"/>
                <a:cs typeface="Aptos"/>
              </a:defRPr>
            </a:pPr>
            <a:r>
              <a:rPr sz="2175" b="1" i="0">
                <a:solidFill>
                  <a:srgbClr val="0B1F3A"/>
                </a:solidFill>
                <a:latin typeface="Aptos"/>
                <a:ea typeface="Aptos"/>
                <a:cs typeface="Aptos"/>
              </a:rPr>
              <a:t>Công cụ phân mảnh</a:t>
            </a:r>
          </a:p>
        </p:txBody>
      </p:sp>
      <p:sp>
        <p:nvSpPr>
          <p:cNvPr id="11" name="">
            <a:extLst xmlns:a="http://schemas.openxmlformats.org/drawingml/2006/main">
              <a:ext uri="{FF2B5EF4-FFF2-40B4-BE49-F238E27FC236}">
                <a16:creationId xmlns:a16="http://schemas.microsoft.com/office/drawing/2014/main" id="{A361C805-A068-464A-BA87-2C08F9C445A3}"/>
              </a:ext>
            </a:extLst>
          </p:cNvPr>
          <p:cNvSpPr>
            <a:spLocks xmlns:a="http://schemas.openxmlformats.org/drawingml/2006/main" noGrp="1"/>
          </p:cNvSpPr>
          <p:nvPr/>
        </p:nvSpPr>
        <p:spPr>
          <a:xfrm xmlns:a="http://schemas.openxmlformats.org/drawingml/2006/main">
            <a:off x="838200" y="3581400"/>
            <a:ext cx="29337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0" i="0">
                <a:solidFill>
                  <a:srgbClr val="475569"/>
                </a:solidFill>
                <a:latin typeface="Aptos"/>
                <a:ea typeface="Aptos"/>
                <a:cs typeface="Aptos"/>
              </a:defRPr>
            </a:pPr>
            <a:r>
              <a:rPr sz="1650" b="0" i="0">
                <a:solidFill>
                  <a:srgbClr val="475569"/>
                </a:solidFill>
                <a:latin typeface="Aptos"/>
                <a:ea typeface="Aptos"/>
                <a:cs typeface="Aptos"/>
              </a:rPr>
              <a:t>Từ điển, ghi chú, bài nghe và bài viết nằm ở nhiều nơi; dữ liệu học không nối tiếp nhau.</a:t>
            </a:r>
          </a:p>
        </p:txBody>
      </p:sp>
      <p:sp>
        <p:nvSpPr>
          <p:cNvPr id="12" name="">
            <a:extLst xmlns:a="http://schemas.openxmlformats.org/drawingml/2006/main">
              <a:ext uri="{FF2B5EF4-FFF2-40B4-BE49-F238E27FC236}">
                <a16:creationId xmlns:a16="http://schemas.microsoft.com/office/drawing/2014/main" id="{8654A3C6-3B22-44C9-8E18-7433755D42F8}"/>
              </a:ext>
            </a:extLst>
          </p:cNvPr>
          <p:cNvSpPr>
            <a:spLocks xmlns:a="http://schemas.openxmlformats.org/drawingml/2006/main" noGrp="1"/>
          </p:cNvSpPr>
          <p:nvPr/>
        </p:nvSpPr>
        <p:spPr>
          <a:xfrm xmlns:a="http://schemas.openxmlformats.org/drawingml/2006/main">
            <a:off x="4305300" y="1962150"/>
            <a:ext cx="3390900" cy="3143250"/>
          </a:xfrm>
          <a:prstGeom xmlns:a="http://schemas.openxmlformats.org/drawingml/2006/main" prst="roundRect">
            <a:avLst>
              <a:gd name="adj" fmla="val 6667"/>
            </a:avLst>
          </a:prstGeom>
          <a:solidFill xmlns:a="http://schemas.openxmlformats.org/drawingml/2006/main">
            <a:srgbClr val="EFF6FF"/>
          </a:solidFill>
          <a:ln xmlns:a="http://schemas.openxmlformats.org/drawingml/2006/main" w="14288">
            <a:solidFill>
              <a:srgbClr val="BFDBFE"/>
            </a:solidFill>
            <a:prstDash val="solid"/>
          </a:ln>
        </p:spPr>
      </p:sp>
      <p:sp>
        <p:nvSpPr>
          <p:cNvPr id="13" name="">
            <a:extLst xmlns:a="http://schemas.openxmlformats.org/drawingml/2006/main">
              <a:ext uri="{FF2B5EF4-FFF2-40B4-BE49-F238E27FC236}">
                <a16:creationId xmlns:a16="http://schemas.microsoft.com/office/drawing/2014/main" id="{34341FAD-F38D-410F-978B-B6D4336176C0}"/>
              </a:ext>
            </a:extLst>
          </p:cNvPr>
          <p:cNvSpPr>
            <a:spLocks xmlns:a="http://schemas.openxmlformats.org/drawingml/2006/main" noGrp="1"/>
          </p:cNvSpPr>
          <p:nvPr/>
        </p:nvSpPr>
        <p:spPr>
          <a:xfrm xmlns:a="http://schemas.openxmlformats.org/drawingml/2006/main">
            <a:off x="4533900" y="2171700"/>
            <a:ext cx="666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i="0">
                <a:solidFill>
                  <a:srgbClr val="2563EB"/>
                </a:solidFill>
                <a:latin typeface="Aptos"/>
                <a:ea typeface="Aptos"/>
                <a:cs typeface="Aptos"/>
              </a:defRPr>
            </a:pPr>
            <a:r>
              <a:rPr sz="2550" b="1" i="0">
                <a:solidFill>
                  <a:srgbClr val="2563EB"/>
                </a:solidFill>
                <a:latin typeface="Aptos"/>
                <a:ea typeface="Aptos"/>
                <a:cs typeface="Aptos"/>
              </a:rPr>
              <a:t>02</a:t>
            </a:r>
          </a:p>
        </p:txBody>
      </p:sp>
      <p:sp>
        <p:nvSpPr>
          <p:cNvPr id="14" name="">
            <a:extLst xmlns:a="http://schemas.openxmlformats.org/drawingml/2006/main">
              <a:ext uri="{FF2B5EF4-FFF2-40B4-BE49-F238E27FC236}">
                <a16:creationId xmlns:a16="http://schemas.microsoft.com/office/drawing/2014/main" id="{12014B5F-016F-40D8-AFBD-5CDDA9378D69}"/>
              </a:ext>
            </a:extLst>
          </p:cNvPr>
          <p:cNvSpPr>
            <a:spLocks xmlns:a="http://schemas.openxmlformats.org/drawingml/2006/main" noGrp="1"/>
          </p:cNvSpPr>
          <p:nvPr/>
        </p:nvSpPr>
        <p:spPr>
          <a:xfrm xmlns:a="http://schemas.openxmlformats.org/drawingml/2006/main">
            <a:off x="4533900" y="2762250"/>
            <a:ext cx="29337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i="0">
                <a:solidFill>
                  <a:srgbClr val="0B1F3A"/>
                </a:solidFill>
                <a:latin typeface="Aptos"/>
                <a:ea typeface="Aptos"/>
                <a:cs typeface="Aptos"/>
              </a:defRPr>
            </a:pPr>
            <a:r>
              <a:rPr sz="2175" b="1" i="0">
                <a:solidFill>
                  <a:srgbClr val="0B1F3A"/>
                </a:solidFill>
                <a:latin typeface="Aptos"/>
                <a:ea typeface="Aptos"/>
                <a:cs typeface="Aptos"/>
              </a:rPr>
              <a:t>Sai ngữ cảnh nghĩa</a:t>
            </a:r>
          </a:p>
        </p:txBody>
      </p:sp>
      <p:sp>
        <p:nvSpPr>
          <p:cNvPr id="15" name="">
            <a:extLst xmlns:a="http://schemas.openxmlformats.org/drawingml/2006/main">
              <a:ext uri="{FF2B5EF4-FFF2-40B4-BE49-F238E27FC236}">
                <a16:creationId xmlns:a16="http://schemas.microsoft.com/office/drawing/2014/main" id="{BAC2DF1A-8ACA-4CE2-ADEE-57204F4B3B17}"/>
              </a:ext>
            </a:extLst>
          </p:cNvPr>
          <p:cNvSpPr>
            <a:spLocks xmlns:a="http://schemas.openxmlformats.org/drawingml/2006/main" noGrp="1"/>
          </p:cNvSpPr>
          <p:nvPr/>
        </p:nvSpPr>
        <p:spPr>
          <a:xfrm xmlns:a="http://schemas.openxmlformats.org/drawingml/2006/main">
            <a:off x="4533900" y="3581400"/>
            <a:ext cx="29337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0" i="0">
                <a:solidFill>
                  <a:srgbClr val="475569"/>
                </a:solidFill>
                <a:latin typeface="Aptos"/>
                <a:ea typeface="Aptos"/>
                <a:cs typeface="Aptos"/>
              </a:defRPr>
            </a:pPr>
            <a:r>
              <a:rPr sz="1650" b="0" i="0">
                <a:solidFill>
                  <a:srgbClr val="475569"/>
                </a:solidFill>
                <a:latin typeface="Aptos"/>
                <a:ea typeface="Aptos"/>
                <a:cs typeface="Aptos"/>
              </a:rPr>
              <a:t>Một từ có nhiều nghĩa. Nếu chỉ lưu word string, người học dễ ôn nhầm sense và ví dụ.</a:t>
            </a:r>
          </a:p>
        </p:txBody>
      </p:sp>
      <p:sp>
        <p:nvSpPr>
          <p:cNvPr id="16" name="">
            <a:extLst xmlns:a="http://schemas.openxmlformats.org/drawingml/2006/main">
              <a:ext uri="{FF2B5EF4-FFF2-40B4-BE49-F238E27FC236}">
                <a16:creationId xmlns:a16="http://schemas.microsoft.com/office/drawing/2014/main" id="{0CED8A36-CA5D-4557-97A3-DEDD880A090E}"/>
              </a:ext>
            </a:extLst>
          </p:cNvPr>
          <p:cNvSpPr>
            <a:spLocks xmlns:a="http://schemas.openxmlformats.org/drawingml/2006/main" noGrp="1"/>
          </p:cNvSpPr>
          <p:nvPr/>
        </p:nvSpPr>
        <p:spPr>
          <a:xfrm xmlns:a="http://schemas.openxmlformats.org/drawingml/2006/main">
            <a:off x="8001000" y="1962150"/>
            <a:ext cx="3390900" cy="3143250"/>
          </a:xfrm>
          <a:prstGeom xmlns:a="http://schemas.openxmlformats.org/drawingml/2006/main" prst="roundRect">
            <a:avLst>
              <a:gd name="adj" fmla="val 6667"/>
            </a:avLst>
          </a:prstGeom>
          <a:solidFill xmlns:a="http://schemas.openxmlformats.org/drawingml/2006/main">
            <a:srgbClr val="F8FAFC"/>
          </a:solidFill>
          <a:ln xmlns:a="http://schemas.openxmlformats.org/drawingml/2006/main" w="14288">
            <a:solidFill>
              <a:srgbClr val="E2E8F0"/>
            </a:solidFill>
            <a:prstDash val="solid"/>
          </a:ln>
        </p:spPr>
      </p:sp>
      <p:sp>
        <p:nvSpPr>
          <p:cNvPr id="17" name="">
            <a:extLst xmlns:a="http://schemas.openxmlformats.org/drawingml/2006/main">
              <a:ext uri="{FF2B5EF4-FFF2-40B4-BE49-F238E27FC236}">
                <a16:creationId xmlns:a16="http://schemas.microsoft.com/office/drawing/2014/main" id="{7A272D12-D3F4-4A5B-96D0-D8ADC5E1C66B}"/>
              </a:ext>
            </a:extLst>
          </p:cNvPr>
          <p:cNvSpPr>
            <a:spLocks xmlns:a="http://schemas.openxmlformats.org/drawingml/2006/main" noGrp="1"/>
          </p:cNvSpPr>
          <p:nvPr/>
        </p:nvSpPr>
        <p:spPr>
          <a:xfrm xmlns:a="http://schemas.openxmlformats.org/drawingml/2006/main">
            <a:off x="8229600" y="2171700"/>
            <a:ext cx="666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i="0">
                <a:solidFill>
                  <a:srgbClr val="64748B"/>
                </a:solidFill>
                <a:latin typeface="Aptos"/>
                <a:ea typeface="Aptos"/>
                <a:cs typeface="Aptos"/>
              </a:defRPr>
            </a:pPr>
            <a:r>
              <a:rPr sz="2550" b="1" i="0">
                <a:solidFill>
                  <a:srgbClr val="64748B"/>
                </a:solidFill>
                <a:latin typeface="Aptos"/>
                <a:ea typeface="Aptos"/>
                <a:cs typeface="Aptos"/>
              </a:rPr>
              <a:t>03</a:t>
            </a:r>
          </a:p>
        </p:txBody>
      </p:sp>
      <p:sp>
        <p:nvSpPr>
          <p:cNvPr id="18" name="">
            <a:extLst xmlns:a="http://schemas.openxmlformats.org/drawingml/2006/main">
              <a:ext uri="{FF2B5EF4-FFF2-40B4-BE49-F238E27FC236}">
                <a16:creationId xmlns:a16="http://schemas.microsoft.com/office/drawing/2014/main" id="{BE77B030-0B03-4770-A013-B30D15FB0A3F}"/>
              </a:ext>
            </a:extLst>
          </p:cNvPr>
          <p:cNvSpPr>
            <a:spLocks xmlns:a="http://schemas.openxmlformats.org/drawingml/2006/main" noGrp="1"/>
          </p:cNvSpPr>
          <p:nvPr/>
        </p:nvSpPr>
        <p:spPr>
          <a:xfrm xmlns:a="http://schemas.openxmlformats.org/drawingml/2006/main">
            <a:off x="8229600" y="2762250"/>
            <a:ext cx="29337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i="0">
                <a:solidFill>
                  <a:srgbClr val="0B1F3A"/>
                </a:solidFill>
                <a:latin typeface="Aptos"/>
                <a:ea typeface="Aptos"/>
                <a:cs typeface="Aptos"/>
              </a:defRPr>
            </a:pPr>
            <a:r>
              <a:rPr sz="2175" b="1" i="0">
                <a:solidFill>
                  <a:srgbClr val="0B1F3A"/>
                </a:solidFill>
                <a:latin typeface="Aptos"/>
                <a:ea typeface="Aptos"/>
                <a:cs typeface="Aptos"/>
              </a:rPr>
              <a:t>Ôn tập thiếu hệ thống</a:t>
            </a:r>
          </a:p>
        </p:txBody>
      </p:sp>
      <p:sp>
        <p:nvSpPr>
          <p:cNvPr id="19" name="">
            <a:extLst xmlns:a="http://schemas.openxmlformats.org/drawingml/2006/main">
              <a:ext uri="{FF2B5EF4-FFF2-40B4-BE49-F238E27FC236}">
                <a16:creationId xmlns:a16="http://schemas.microsoft.com/office/drawing/2014/main" id="{FD1E49E7-C94C-45D1-84C0-2E75DA5E6A06}"/>
              </a:ext>
            </a:extLst>
          </p:cNvPr>
          <p:cNvSpPr>
            <a:spLocks xmlns:a="http://schemas.openxmlformats.org/drawingml/2006/main" noGrp="1"/>
          </p:cNvSpPr>
          <p:nvPr/>
        </p:nvSpPr>
        <p:spPr>
          <a:xfrm xmlns:a="http://schemas.openxmlformats.org/drawingml/2006/main">
            <a:off x="8229600" y="3581400"/>
            <a:ext cx="29337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650" b="0" i="0">
                <a:solidFill>
                  <a:srgbClr val="475569"/>
                </a:solidFill>
                <a:latin typeface="Aptos"/>
                <a:ea typeface="Aptos"/>
                <a:cs typeface="Aptos"/>
              </a:defRPr>
            </a:pPr>
            <a:r>
              <a:rPr sz="1650" b="0" i="0">
                <a:solidFill>
                  <a:srgbClr val="475569"/>
                </a:solidFill>
                <a:latin typeface="Aptos"/>
                <a:ea typeface="Aptos"/>
                <a:cs typeface="Aptos"/>
              </a:rPr>
              <a:t>Không biết từ nào đến hạn, dạng bài nào đã làm và khi nào cần quay lại.</a:t>
            </a:r>
          </a:p>
        </p:txBody>
      </p:sp>
      <p:sp>
        <p:nvSpPr>
          <p:cNvPr id="20" name="">
            <a:extLst xmlns:a="http://schemas.openxmlformats.org/drawingml/2006/main">
              <a:ext uri="{FF2B5EF4-FFF2-40B4-BE49-F238E27FC236}">
                <a16:creationId xmlns:a16="http://schemas.microsoft.com/office/drawing/2014/main" id="{78EB414D-11EB-46D4-9E65-B18F73A110FA}"/>
              </a:ext>
            </a:extLst>
          </p:cNvPr>
          <p:cNvSpPr>
            <a:spLocks xmlns:a="http://schemas.openxmlformats.org/drawingml/2006/main" noGrp="1"/>
          </p:cNvSpPr>
          <p:nvPr/>
        </p:nvSpPr>
        <p:spPr>
          <a:xfrm xmlns:a="http://schemas.openxmlformats.org/drawingml/2006/main">
            <a:off x="1714500" y="5429250"/>
            <a:ext cx="8763000" cy="609600"/>
          </a:xfrm>
          <a:prstGeom xmlns:a="http://schemas.openxmlformats.org/drawingml/2006/main" prst="roundRect">
            <a:avLst>
              <a:gd name="adj" fmla="val 28125"/>
            </a:avLst>
          </a:prstGeom>
          <a:solidFill xmlns:a="http://schemas.openxmlformats.org/drawingml/2006/main">
            <a:srgbClr val="0B1F3A"/>
          </a:solidFill>
          <a:ln xmlns:a="http://schemas.openxmlformats.org/drawingml/2006/main" w="0">
            <a:solidFill>
              <a:srgbClr val="0B1F3A"/>
            </a:solidFill>
            <a:prstDash val="solid"/>
          </a:ln>
        </p:spPr>
      </p:sp>
      <p:sp>
        <p:nvSpPr>
          <p:cNvPr id="21" name="">
            <a:extLst xmlns:a="http://schemas.openxmlformats.org/drawingml/2006/main">
              <a:ext uri="{FF2B5EF4-FFF2-40B4-BE49-F238E27FC236}">
                <a16:creationId xmlns:a16="http://schemas.microsoft.com/office/drawing/2014/main" id="{4702E965-4FBA-4F81-AA80-E9CE620669BA}"/>
              </a:ext>
            </a:extLst>
          </p:cNvPr>
          <p:cNvSpPr>
            <a:spLocks xmlns:a="http://schemas.openxmlformats.org/drawingml/2006/main" noGrp="1"/>
          </p:cNvSpPr>
          <p:nvPr/>
        </p:nvSpPr>
        <p:spPr>
          <a:xfrm xmlns:a="http://schemas.openxmlformats.org/drawingml/2006/main">
            <a:off x="1962150" y="5429250"/>
            <a:ext cx="82677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875" b="1" i="0">
                <a:solidFill>
                  <a:srgbClr val="FFFFFF"/>
                </a:solidFill>
                <a:latin typeface="Aptos"/>
                <a:ea typeface="Aptos"/>
                <a:cs typeface="Aptos"/>
              </a:defRPr>
            </a:pPr>
            <a:r>
              <a:rPr sz="1875" b="1" i="0">
                <a:solidFill>
                  <a:srgbClr val="FFFFFF"/>
                </a:solidFill>
                <a:latin typeface="Aptos"/>
                <a:ea typeface="Aptos"/>
                <a:cs typeface="Aptos"/>
              </a:rPr>
              <a:t>Yêu cầu: giữ đúng ngữ cảnh từ vựng và đưa người học quay lại đúng thời điểm</a:t>
            </a:r>
          </a:p>
        </p:txBody>
      </p:sp>
    </p:spTree>
    <p:extLst>
      <p:ext uri="{BB962C8B-B14F-4D97-AF65-F5344CB8AC3E}">
        <p14:creationId xmlns:p14="http://schemas.microsoft.com/office/powerpoint/2010/main" val="199674323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22E1FA86-20C4-4115-9408-91521FE4F9E9}"/>
              </a:ext>
            </a:extLst>
          </p:cNvPr>
          <p:cNvSpPr>
            <a:spLocks xmlns:a="http://schemas.openxmlformats.org/drawingml/2006/main" noGrp="1"/>
          </p:cNvSpPr>
          <p:nvPr/>
        </p:nvSpPr>
        <p:spPr>
          <a:xfrm xmlns:a="http://schemas.openxmlformats.org/drawingml/2006/main">
            <a:off x="609600" y="285750"/>
            <a:ext cx="1352550" cy="323850"/>
          </a:xfrm>
          <a:prstGeom xmlns:a="http://schemas.openxmlformats.org/drawingml/2006/main" prst="roundRect">
            <a:avLst>
              <a:gd name="adj" fmla="val 50000"/>
            </a:avLst>
          </a:prstGeom>
          <a:solidFill xmlns:a="http://schemas.openxmlformats.org/drawingml/2006/main">
            <a:srgbClr val="EFF6FF"/>
          </a:solidFill>
          <a:ln xmlns:a="http://schemas.openxmlformats.org/drawingml/2006/main" w="9525">
            <a:solidFill>
              <a:srgbClr val="EFF6FF"/>
            </a:solidFill>
            <a:prstDash val="solid"/>
          </a:ln>
        </p:spPr>
      </p:sp>
      <p:sp>
        <p:nvSpPr>
          <p:cNvPr id="2" name="">
            <a:extLst xmlns:a="http://schemas.openxmlformats.org/drawingml/2006/main">
              <a:ext uri="{FF2B5EF4-FFF2-40B4-BE49-F238E27FC236}">
                <a16:creationId xmlns:a16="http://schemas.microsoft.com/office/drawing/2014/main" id="{74CA418D-B434-4886-8D82-2CDBDFBC2638}"/>
              </a:ext>
            </a:extLst>
          </p:cNvPr>
          <p:cNvSpPr>
            <a:spLocks xmlns:a="http://schemas.openxmlformats.org/drawingml/2006/main" noGrp="1"/>
          </p:cNvSpPr>
          <p:nvPr/>
        </p:nvSpPr>
        <p:spPr>
          <a:xfrm xmlns:a="http://schemas.openxmlformats.org/drawingml/2006/main">
            <a:off x="609600" y="295275"/>
            <a:ext cx="13525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350" b="1" i="0">
                <a:solidFill>
                  <a:srgbClr val="2563EB"/>
                </a:solidFill>
                <a:latin typeface="Aptos"/>
                <a:ea typeface="Aptos"/>
                <a:cs typeface="Aptos"/>
              </a:defRPr>
            </a:pPr>
            <a:r>
              <a:rPr sz="1350" b="1" i="0">
                <a:solidFill>
                  <a:srgbClr val="2563EB"/>
                </a:solidFill>
                <a:latin typeface="Aptos"/>
                <a:ea typeface="Aptos"/>
                <a:cs typeface="Aptos"/>
              </a:rPr>
              <a:t>GIẢI PHÁP</a:t>
            </a:r>
          </a:p>
        </p:txBody>
      </p:sp>
      <p:sp>
        <p:nvSpPr>
          <p:cNvPr id="3" name="">
            <a:extLst xmlns:a="http://schemas.openxmlformats.org/drawingml/2006/main">
              <a:ext uri="{FF2B5EF4-FFF2-40B4-BE49-F238E27FC236}">
                <a16:creationId xmlns:a16="http://schemas.microsoft.com/office/drawing/2014/main" id="{583D771F-8ABB-48D8-8F3A-D182369F2226}"/>
              </a:ext>
            </a:extLst>
          </p:cNvPr>
          <p:cNvSpPr>
            <a:spLocks xmlns:a="http://schemas.openxmlformats.org/drawingml/2006/main" noGrp="1"/>
          </p:cNvSpPr>
          <p:nvPr/>
        </p:nvSpPr>
        <p:spPr>
          <a:xfrm xmlns:a="http://schemas.openxmlformats.org/drawingml/2006/main">
            <a:off x="609600" y="742950"/>
            <a:ext cx="109728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3600" b="1" i="0">
                <a:solidFill>
                  <a:srgbClr val="0B1F3A"/>
                </a:solidFill>
                <a:latin typeface="Aptos"/>
                <a:ea typeface="Aptos"/>
                <a:cs typeface="Aptos"/>
              </a:defRPr>
            </a:pPr>
            <a:r>
              <a:rPr sz="3600" b="1" i="0">
                <a:solidFill>
                  <a:srgbClr val="0B1F3A"/>
                </a:solidFill>
                <a:latin typeface="Aptos"/>
                <a:ea typeface="Aptos"/>
                <a:cs typeface="Aptos"/>
              </a:rPr>
              <a:t>Khép kín vòng tra cứu – ghi nhớ – luyện tập – đánh giá</a:t>
            </a:r>
          </a:p>
        </p:txBody>
      </p:sp>
      <p:sp>
        <p:nvSpPr>
          <p:cNvPr id="4" name="">
            <a:extLst xmlns:a="http://schemas.openxmlformats.org/drawingml/2006/main">
              <a:ext uri="{FF2B5EF4-FFF2-40B4-BE49-F238E27FC236}">
                <a16:creationId xmlns:a16="http://schemas.microsoft.com/office/drawing/2014/main" id="{9B907E4F-F714-45C0-9EAC-75F5CD7ACAE1}"/>
              </a:ext>
            </a:extLst>
          </p:cNvPr>
          <p:cNvSpPr>
            <a:spLocks xmlns:a="http://schemas.openxmlformats.org/drawingml/2006/main" noGrp="1"/>
          </p:cNvSpPr>
          <p:nvPr/>
        </p:nvSpPr>
        <p:spPr>
          <a:xfrm xmlns:a="http://schemas.openxmlformats.org/drawingml/2006/main">
            <a:off x="609600" y="1495425"/>
            <a:ext cx="10972800" cy="19050"/>
          </a:xfrm>
          <a:prstGeom xmlns:a="http://schemas.openxmlformats.org/drawingml/2006/main" prst="rect">
            <a:avLst/>
          </a:prstGeom>
          <a:solidFill xmlns:a="http://schemas.openxmlformats.org/drawingml/2006/main">
            <a:srgbClr val="E2E8F0"/>
          </a:solidFill>
          <a:ln xmlns:a="http://schemas.openxmlformats.org/drawingml/2006/main" w="0">
            <a:solidFill>
              <a:srgbClr val="E2E8F0"/>
            </a:solidFill>
            <a:prstDash val="solid"/>
          </a:ln>
        </p:spPr>
      </p:sp>
      <p:sp>
        <p:nvSpPr>
          <p:cNvPr id="5" name="">
            <a:extLst xmlns:a="http://schemas.openxmlformats.org/drawingml/2006/main">
              <a:ext uri="{FF2B5EF4-FFF2-40B4-BE49-F238E27FC236}">
                <a16:creationId xmlns:a16="http://schemas.microsoft.com/office/drawing/2014/main" id="{2B2809B0-B5E4-43D0-99C2-1EEDF0DD30A1}"/>
              </a:ext>
            </a:extLst>
          </p:cNvPr>
          <p:cNvSpPr>
            <a:spLocks xmlns:a="http://schemas.openxmlformats.org/drawingml/2006/main" noGrp="1"/>
          </p:cNvSpPr>
          <p:nvPr/>
        </p:nvSpPr>
        <p:spPr>
          <a:xfrm xmlns:a="http://schemas.openxmlformats.org/drawingml/2006/main">
            <a:off x="609600" y="1495425"/>
            <a:ext cx="1143000" cy="38100"/>
          </a:xfrm>
          <a:prstGeom xmlns:a="http://schemas.openxmlformats.org/drawingml/2006/main" prst="rect">
            <a:avLst/>
          </a:prstGeom>
          <a:solidFill xmlns:a="http://schemas.openxmlformats.org/drawingml/2006/main">
            <a:srgbClr val="2563EB"/>
          </a:solidFill>
          <a:ln xmlns:a="http://schemas.openxmlformats.org/drawingml/2006/main" w="0">
            <a:solidFill>
              <a:srgbClr val="2563EB"/>
            </a:solidFill>
            <a:prstDash val="solid"/>
          </a:ln>
        </p:spPr>
      </p:sp>
      <p:sp>
        <p:nvSpPr>
          <p:cNvPr id="6" name="">
            <a:extLst xmlns:a="http://schemas.openxmlformats.org/drawingml/2006/main">
              <a:ext uri="{FF2B5EF4-FFF2-40B4-BE49-F238E27FC236}">
                <a16:creationId xmlns:a16="http://schemas.microsoft.com/office/drawing/2014/main" id="{4E31551B-D510-4895-803F-FA510C655068}"/>
              </a:ext>
            </a:extLst>
          </p:cNvPr>
          <p:cNvSpPr>
            <a:spLocks xmlns:a="http://schemas.openxmlformats.org/drawingml/2006/main" noGrp="1"/>
          </p:cNvSpPr>
          <p:nvPr/>
        </p:nvSpPr>
        <p:spPr>
          <a:xfrm xmlns:a="http://schemas.openxmlformats.org/drawingml/2006/main">
            <a:off x="609600" y="6543675"/>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1" i="0">
                <a:solidFill>
                  <a:srgbClr val="94A3B8"/>
                </a:solidFill>
                <a:latin typeface="Aptos"/>
                <a:ea typeface="Aptos"/>
                <a:cs typeface="Aptos"/>
              </a:defRPr>
            </a:pPr>
            <a:r>
              <a:rPr sz="1125" b="1" i="0">
                <a:solidFill>
                  <a:srgbClr val="94A3B8"/>
                </a:solidFill>
                <a:latin typeface="Aptos"/>
                <a:ea typeface="Aptos"/>
                <a:cs typeface="Aptos"/>
              </a:rPr>
              <a:t>VOCAB APP  •  ĐỒ ÁN KHÓA LUẬN</a:t>
            </a:r>
          </a:p>
        </p:txBody>
      </p:sp>
      <p:sp>
        <p:nvSpPr>
          <p:cNvPr id="7" name="">
            <a:extLst xmlns:a="http://schemas.openxmlformats.org/drawingml/2006/main">
              <a:ext uri="{FF2B5EF4-FFF2-40B4-BE49-F238E27FC236}">
                <a16:creationId xmlns:a16="http://schemas.microsoft.com/office/drawing/2014/main" id="{0565456C-8C4B-469C-98CE-23918BC2BDD4}"/>
              </a:ext>
            </a:extLst>
          </p:cNvPr>
          <p:cNvSpPr>
            <a:spLocks xmlns:a="http://schemas.openxmlformats.org/drawingml/2006/main" noGrp="1"/>
          </p:cNvSpPr>
          <p:nvPr/>
        </p:nvSpPr>
        <p:spPr>
          <a:xfrm xmlns:a="http://schemas.openxmlformats.org/drawingml/2006/main">
            <a:off x="11144250" y="6486525"/>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1" i="0">
                <a:solidFill>
                  <a:srgbClr val="64748B"/>
                </a:solidFill>
                <a:latin typeface="Aptos"/>
                <a:ea typeface="Aptos"/>
                <a:cs typeface="Aptos"/>
              </a:defRPr>
            </a:pPr>
            <a:r>
              <a:rPr sz="1350" b="1" i="0">
                <a:solidFill>
                  <a:srgbClr val="64748B"/>
                </a:solidFill>
                <a:latin typeface="Aptos"/>
                <a:ea typeface="Aptos"/>
                <a:cs typeface="Aptos"/>
              </a:rPr>
              <a:t>03</a:t>
            </a:r>
          </a:p>
        </p:txBody>
      </p:sp>
      <p:sp>
        <p:nvSpPr>
          <p:cNvPr id="8" name="">
            <a:extLst xmlns:a="http://schemas.openxmlformats.org/drawingml/2006/main">
              <a:ext uri="{FF2B5EF4-FFF2-40B4-BE49-F238E27FC236}">
                <a16:creationId xmlns:a16="http://schemas.microsoft.com/office/drawing/2014/main" id="{E74B7727-AB62-4BA3-A926-015867543463}"/>
              </a:ext>
            </a:extLst>
          </p:cNvPr>
          <p:cNvSpPr>
            <a:spLocks xmlns:a="http://schemas.openxmlformats.org/drawingml/2006/main" noGrp="1"/>
          </p:cNvSpPr>
          <p:nvPr/>
        </p:nvSpPr>
        <p:spPr>
          <a:xfrm xmlns:a="http://schemas.openxmlformats.org/drawingml/2006/main">
            <a:off x="800100" y="2514600"/>
            <a:ext cx="2305050" cy="2190750"/>
          </a:xfrm>
          <a:prstGeom xmlns:a="http://schemas.openxmlformats.org/drawingml/2006/main" prst="roundRect">
            <a:avLst>
              <a:gd name="adj" fmla="val 7826"/>
            </a:avLst>
          </a:prstGeom>
          <a:solidFill xmlns:a="http://schemas.openxmlformats.org/drawingml/2006/main">
            <a:srgbClr val="FFFFFF"/>
          </a:solidFill>
          <a:ln xmlns:a="http://schemas.openxmlformats.org/drawingml/2006/main" w="13335">
            <a:solidFill>
              <a:srgbClr val="E2E8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9" name="">
            <a:extLst xmlns:a="http://schemas.openxmlformats.org/drawingml/2006/main">
              <a:ext uri="{FF2B5EF4-FFF2-40B4-BE49-F238E27FC236}">
                <a16:creationId xmlns:a16="http://schemas.microsoft.com/office/drawing/2014/main" id="{9B11D98C-8DD7-419D-84AE-BBAE710F3E3E}"/>
              </a:ext>
            </a:extLst>
          </p:cNvPr>
          <p:cNvSpPr>
            <a:spLocks xmlns:a="http://schemas.openxmlformats.org/drawingml/2006/main" noGrp="1"/>
          </p:cNvSpPr>
          <p:nvPr/>
        </p:nvSpPr>
        <p:spPr>
          <a:xfrm xmlns:a="http://schemas.openxmlformats.org/drawingml/2006/main">
            <a:off x="1009650" y="2724150"/>
            <a:ext cx="381000" cy="381000"/>
          </a:xfrm>
          <a:prstGeom xmlns:a="http://schemas.openxmlformats.org/drawingml/2006/main" prst="ellipse">
            <a:avLst/>
          </a:prstGeom>
          <a:solidFill xmlns:a="http://schemas.openxmlformats.org/drawingml/2006/main">
            <a:srgbClr val="2563EB"/>
          </a:solidFill>
          <a:ln xmlns:a="http://schemas.openxmlformats.org/drawingml/2006/main" w="9525">
            <a:solidFill>
              <a:srgbClr val="2563EB"/>
            </a:solidFill>
            <a:prstDash val="solid"/>
          </a:ln>
        </p:spPr>
      </p:sp>
      <p:sp>
        <p:nvSpPr>
          <p:cNvPr id="10" name="">
            <a:extLst xmlns:a="http://schemas.openxmlformats.org/drawingml/2006/main">
              <a:ext uri="{FF2B5EF4-FFF2-40B4-BE49-F238E27FC236}">
                <a16:creationId xmlns:a16="http://schemas.microsoft.com/office/drawing/2014/main" id="{770AE6C2-3265-425F-A293-CB4EC7847F8C}"/>
              </a:ext>
            </a:extLst>
          </p:cNvPr>
          <p:cNvSpPr>
            <a:spLocks xmlns:a="http://schemas.openxmlformats.org/drawingml/2006/main" noGrp="1"/>
          </p:cNvSpPr>
          <p:nvPr/>
        </p:nvSpPr>
        <p:spPr>
          <a:xfrm xmlns:a="http://schemas.openxmlformats.org/drawingml/2006/main">
            <a:off x="1009650" y="27241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00" b="1" i="0">
                <a:solidFill>
                  <a:srgbClr val="FFFFFF"/>
                </a:solidFill>
                <a:latin typeface="Aptos"/>
                <a:ea typeface="Aptos"/>
                <a:cs typeface="Aptos"/>
              </a:defRPr>
            </a:pPr>
            <a:r>
              <a:rPr sz="1500" b="1" i="0">
                <a:solidFill>
                  <a:srgbClr val="FFFFFF"/>
                </a:solidFill>
                <a:latin typeface="Aptos"/>
                <a:ea typeface="Aptos"/>
                <a:cs typeface="Aptos"/>
              </a:rPr>
              <a:t>1</a:t>
            </a:r>
          </a:p>
        </p:txBody>
      </p:sp>
      <p:sp>
        <p:nvSpPr>
          <p:cNvPr id="11" name="">
            <a:extLst xmlns:a="http://schemas.openxmlformats.org/drawingml/2006/main">
              <a:ext uri="{FF2B5EF4-FFF2-40B4-BE49-F238E27FC236}">
                <a16:creationId xmlns:a16="http://schemas.microsoft.com/office/drawing/2014/main" id="{72155F52-36B5-44A5-8834-E15447E234F4}"/>
              </a:ext>
            </a:extLst>
          </p:cNvPr>
          <p:cNvSpPr>
            <a:spLocks xmlns:a="http://schemas.openxmlformats.org/drawingml/2006/main" noGrp="1"/>
          </p:cNvSpPr>
          <p:nvPr/>
        </p:nvSpPr>
        <p:spPr>
          <a:xfrm xmlns:a="http://schemas.openxmlformats.org/drawingml/2006/main">
            <a:off x="1524000" y="2705100"/>
            <a:ext cx="1371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1" i="0">
                <a:solidFill>
                  <a:srgbClr val="0B1F3A"/>
                </a:solidFill>
                <a:latin typeface="Aptos"/>
                <a:ea typeface="Aptos"/>
                <a:cs typeface="Aptos"/>
              </a:defRPr>
            </a:pPr>
            <a:r>
              <a:rPr sz="1875" b="1" i="0">
                <a:solidFill>
                  <a:srgbClr val="0B1F3A"/>
                </a:solidFill>
                <a:latin typeface="Aptos"/>
                <a:ea typeface="Aptos"/>
                <a:cs typeface="Aptos"/>
              </a:rPr>
              <a:t>Tra cứu</a:t>
            </a:r>
          </a:p>
        </p:txBody>
      </p:sp>
      <p:sp>
        <p:nvSpPr>
          <p:cNvPr id="12" name="">
            <a:extLst xmlns:a="http://schemas.openxmlformats.org/drawingml/2006/main">
              <a:ext uri="{FF2B5EF4-FFF2-40B4-BE49-F238E27FC236}">
                <a16:creationId xmlns:a16="http://schemas.microsoft.com/office/drawing/2014/main" id="{21A7E583-F205-4B15-9E14-7C5DD42D47CC}"/>
              </a:ext>
            </a:extLst>
          </p:cNvPr>
          <p:cNvSpPr>
            <a:spLocks xmlns:a="http://schemas.openxmlformats.org/drawingml/2006/main" noGrp="1"/>
          </p:cNvSpPr>
          <p:nvPr/>
        </p:nvSpPr>
        <p:spPr>
          <a:xfrm xmlns:a="http://schemas.openxmlformats.org/drawingml/2006/main">
            <a:off x="1009650" y="3257550"/>
            <a:ext cx="1885950" cy="1276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1575" b="0" i="0">
                <a:solidFill>
                  <a:srgbClr val="475569"/>
                </a:solidFill>
                <a:latin typeface="Aptos"/>
                <a:ea typeface="Aptos"/>
                <a:cs typeface="Aptos"/>
              </a:defRPr>
            </a:pPr>
            <a:r>
              <a:rPr sz="1575" b="0" i="0">
                <a:solidFill>
                  <a:srgbClr val="475569"/>
                </a:solidFill>
                <a:latin typeface="Aptos"/>
                <a:ea typeface="Aptos"/>
                <a:cs typeface="Aptos"/>
              </a:rPr>
              <a:t>Tìm từ, sense, ví dụ, phát âm</a:t>
            </a:r>
          </a:p>
        </p:txBody>
      </p:sp>
      <p:sp>
        <p:nvSpPr>
          <p:cNvPr id="13" name="">
            <a:extLst xmlns:a="http://schemas.openxmlformats.org/drawingml/2006/main">
              <a:ext uri="{FF2B5EF4-FFF2-40B4-BE49-F238E27FC236}">
                <a16:creationId xmlns:a16="http://schemas.microsoft.com/office/drawing/2014/main" id="{0BB34623-8DCD-4FAC-B1B9-C2195A08FC62}"/>
              </a:ext>
            </a:extLst>
          </p:cNvPr>
          <p:cNvSpPr>
            <a:spLocks xmlns:a="http://schemas.openxmlformats.org/drawingml/2006/main" noGrp="1"/>
          </p:cNvSpPr>
          <p:nvPr/>
        </p:nvSpPr>
        <p:spPr>
          <a:xfrm xmlns:a="http://schemas.openxmlformats.org/drawingml/2006/main">
            <a:off x="3562350" y="2514600"/>
            <a:ext cx="2305050" cy="2190750"/>
          </a:xfrm>
          <a:prstGeom xmlns:a="http://schemas.openxmlformats.org/drawingml/2006/main" prst="roundRect">
            <a:avLst>
              <a:gd name="adj" fmla="val 7826"/>
            </a:avLst>
          </a:prstGeom>
          <a:solidFill xmlns:a="http://schemas.openxmlformats.org/drawingml/2006/main">
            <a:srgbClr val="FFFFFF"/>
          </a:solidFill>
          <a:ln xmlns:a="http://schemas.openxmlformats.org/drawingml/2006/main" w="13335">
            <a:solidFill>
              <a:srgbClr val="E2E8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4" name="">
            <a:extLst xmlns:a="http://schemas.openxmlformats.org/drawingml/2006/main">
              <a:ext uri="{FF2B5EF4-FFF2-40B4-BE49-F238E27FC236}">
                <a16:creationId xmlns:a16="http://schemas.microsoft.com/office/drawing/2014/main" id="{2A7860FD-8AD6-4394-908C-0CB97AEFA522}"/>
              </a:ext>
            </a:extLst>
          </p:cNvPr>
          <p:cNvSpPr>
            <a:spLocks xmlns:a="http://schemas.openxmlformats.org/drawingml/2006/main" noGrp="1"/>
          </p:cNvSpPr>
          <p:nvPr/>
        </p:nvSpPr>
        <p:spPr>
          <a:xfrm xmlns:a="http://schemas.openxmlformats.org/drawingml/2006/main">
            <a:off x="3771900" y="2724150"/>
            <a:ext cx="381000" cy="381000"/>
          </a:xfrm>
          <a:prstGeom xmlns:a="http://schemas.openxmlformats.org/drawingml/2006/main" prst="ellipse">
            <a:avLst/>
          </a:prstGeom>
          <a:solidFill xmlns:a="http://schemas.openxmlformats.org/drawingml/2006/main">
            <a:srgbClr val="0891B2"/>
          </a:solidFill>
          <a:ln xmlns:a="http://schemas.openxmlformats.org/drawingml/2006/main" w="9525">
            <a:solidFill>
              <a:srgbClr val="0891B2"/>
            </a:solidFill>
            <a:prstDash val="solid"/>
          </a:ln>
        </p:spPr>
      </p:sp>
      <p:sp>
        <p:nvSpPr>
          <p:cNvPr id="15" name="">
            <a:extLst xmlns:a="http://schemas.openxmlformats.org/drawingml/2006/main">
              <a:ext uri="{FF2B5EF4-FFF2-40B4-BE49-F238E27FC236}">
                <a16:creationId xmlns:a16="http://schemas.microsoft.com/office/drawing/2014/main" id="{E0CEA4D7-C3DB-46D0-BCF8-1057490492EC}"/>
              </a:ext>
            </a:extLst>
          </p:cNvPr>
          <p:cNvSpPr>
            <a:spLocks xmlns:a="http://schemas.openxmlformats.org/drawingml/2006/main" noGrp="1"/>
          </p:cNvSpPr>
          <p:nvPr/>
        </p:nvSpPr>
        <p:spPr>
          <a:xfrm xmlns:a="http://schemas.openxmlformats.org/drawingml/2006/main">
            <a:off x="3771900" y="27241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00" b="1" i="0">
                <a:solidFill>
                  <a:srgbClr val="FFFFFF"/>
                </a:solidFill>
                <a:latin typeface="Aptos"/>
                <a:ea typeface="Aptos"/>
                <a:cs typeface="Aptos"/>
              </a:defRPr>
            </a:pPr>
            <a:r>
              <a:rPr sz="1500" b="1" i="0">
                <a:solidFill>
                  <a:srgbClr val="FFFFFF"/>
                </a:solidFill>
                <a:latin typeface="Aptos"/>
                <a:ea typeface="Aptos"/>
                <a:cs typeface="Aptos"/>
              </a:rPr>
              <a:t>2</a:t>
            </a:r>
          </a:p>
        </p:txBody>
      </p:sp>
      <p:sp>
        <p:nvSpPr>
          <p:cNvPr id="16" name="">
            <a:extLst xmlns:a="http://schemas.openxmlformats.org/drawingml/2006/main">
              <a:ext uri="{FF2B5EF4-FFF2-40B4-BE49-F238E27FC236}">
                <a16:creationId xmlns:a16="http://schemas.microsoft.com/office/drawing/2014/main" id="{6B86A512-F83F-4F10-87CE-2DB98A6D3C86}"/>
              </a:ext>
            </a:extLst>
          </p:cNvPr>
          <p:cNvSpPr>
            <a:spLocks xmlns:a="http://schemas.openxmlformats.org/drawingml/2006/main" noGrp="1"/>
          </p:cNvSpPr>
          <p:nvPr/>
        </p:nvSpPr>
        <p:spPr>
          <a:xfrm xmlns:a="http://schemas.openxmlformats.org/drawingml/2006/main">
            <a:off x="4286250" y="2705100"/>
            <a:ext cx="1371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1" i="0">
                <a:solidFill>
                  <a:srgbClr val="0B1F3A"/>
                </a:solidFill>
                <a:latin typeface="Aptos"/>
                <a:ea typeface="Aptos"/>
                <a:cs typeface="Aptos"/>
              </a:defRPr>
            </a:pPr>
            <a:r>
              <a:rPr sz="1875" b="1" i="0">
                <a:solidFill>
                  <a:srgbClr val="0B1F3A"/>
                </a:solidFill>
                <a:latin typeface="Aptos"/>
                <a:ea typeface="Aptos"/>
                <a:cs typeface="Aptos"/>
              </a:rPr>
              <a:t>Ghi nhớ</a:t>
            </a:r>
          </a:p>
        </p:txBody>
      </p:sp>
      <p:sp>
        <p:nvSpPr>
          <p:cNvPr id="17" name="">
            <a:extLst xmlns:a="http://schemas.openxmlformats.org/drawingml/2006/main">
              <a:ext uri="{FF2B5EF4-FFF2-40B4-BE49-F238E27FC236}">
                <a16:creationId xmlns:a16="http://schemas.microsoft.com/office/drawing/2014/main" id="{EF20662A-A815-4844-93D1-4952EAE59ECA}"/>
              </a:ext>
            </a:extLst>
          </p:cNvPr>
          <p:cNvSpPr>
            <a:spLocks xmlns:a="http://schemas.openxmlformats.org/drawingml/2006/main" noGrp="1"/>
          </p:cNvSpPr>
          <p:nvPr/>
        </p:nvSpPr>
        <p:spPr>
          <a:xfrm xmlns:a="http://schemas.openxmlformats.org/drawingml/2006/main">
            <a:off x="3771900" y="3257550"/>
            <a:ext cx="1885950" cy="1276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1575" b="0" i="0">
                <a:solidFill>
                  <a:srgbClr val="475569"/>
                </a:solidFill>
                <a:latin typeface="Aptos"/>
                <a:ea typeface="Aptos"/>
                <a:cs typeface="Aptos"/>
              </a:defRPr>
            </a:pPr>
            <a:r>
              <a:rPr sz="1575" b="0" i="0">
                <a:solidFill>
                  <a:srgbClr val="475569"/>
                </a:solidFill>
                <a:latin typeface="Aptos"/>
                <a:ea typeface="Aptos"/>
                <a:cs typeface="Aptos"/>
              </a:rPr>
              <a:t>Lưu đúng word_sense vào UserVocabulary</a:t>
            </a:r>
          </a:p>
        </p:txBody>
      </p:sp>
      <p:sp>
        <p:nvSpPr>
          <p:cNvPr id="18" name="">
            <a:extLst xmlns:a="http://schemas.openxmlformats.org/drawingml/2006/main">
              <a:ext uri="{FF2B5EF4-FFF2-40B4-BE49-F238E27FC236}">
                <a16:creationId xmlns:a16="http://schemas.microsoft.com/office/drawing/2014/main" id="{59719AD8-96DF-440D-B5CC-F5945E825755}"/>
              </a:ext>
            </a:extLst>
          </p:cNvPr>
          <p:cNvSpPr>
            <a:spLocks xmlns:a="http://schemas.openxmlformats.org/drawingml/2006/main" noGrp="1"/>
          </p:cNvSpPr>
          <p:nvPr/>
        </p:nvSpPr>
        <p:spPr>
          <a:xfrm xmlns:a="http://schemas.openxmlformats.org/drawingml/2006/main">
            <a:off x="6324600" y="2514600"/>
            <a:ext cx="2305050" cy="2190750"/>
          </a:xfrm>
          <a:prstGeom xmlns:a="http://schemas.openxmlformats.org/drawingml/2006/main" prst="roundRect">
            <a:avLst>
              <a:gd name="adj" fmla="val 7826"/>
            </a:avLst>
          </a:prstGeom>
          <a:solidFill xmlns:a="http://schemas.openxmlformats.org/drawingml/2006/main">
            <a:srgbClr val="FFFFFF"/>
          </a:solidFill>
          <a:ln xmlns:a="http://schemas.openxmlformats.org/drawingml/2006/main" w="13335">
            <a:solidFill>
              <a:srgbClr val="E2E8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9" name="">
            <a:extLst xmlns:a="http://schemas.openxmlformats.org/drawingml/2006/main">
              <a:ext uri="{FF2B5EF4-FFF2-40B4-BE49-F238E27FC236}">
                <a16:creationId xmlns:a16="http://schemas.microsoft.com/office/drawing/2014/main" id="{A238D482-93CF-4B13-807A-35E79C04BEDD}"/>
              </a:ext>
            </a:extLst>
          </p:cNvPr>
          <p:cNvSpPr>
            <a:spLocks xmlns:a="http://schemas.openxmlformats.org/drawingml/2006/main" noGrp="1"/>
          </p:cNvSpPr>
          <p:nvPr/>
        </p:nvSpPr>
        <p:spPr>
          <a:xfrm xmlns:a="http://schemas.openxmlformats.org/drawingml/2006/main">
            <a:off x="6534150" y="2724150"/>
            <a:ext cx="381000" cy="381000"/>
          </a:xfrm>
          <a:prstGeom xmlns:a="http://schemas.openxmlformats.org/drawingml/2006/main" prst="ellipse">
            <a:avLst/>
          </a:prstGeom>
          <a:solidFill xmlns:a="http://schemas.openxmlformats.org/drawingml/2006/main">
            <a:srgbClr val="059669"/>
          </a:solidFill>
          <a:ln xmlns:a="http://schemas.openxmlformats.org/drawingml/2006/main" w="9525">
            <a:solidFill>
              <a:srgbClr val="059669"/>
            </a:solidFill>
            <a:prstDash val="solid"/>
          </a:ln>
        </p:spPr>
      </p:sp>
      <p:sp>
        <p:nvSpPr>
          <p:cNvPr id="20" name="">
            <a:extLst xmlns:a="http://schemas.openxmlformats.org/drawingml/2006/main">
              <a:ext uri="{FF2B5EF4-FFF2-40B4-BE49-F238E27FC236}">
                <a16:creationId xmlns:a16="http://schemas.microsoft.com/office/drawing/2014/main" id="{8D621306-F505-469E-8428-5CF6FA0CB272}"/>
              </a:ext>
            </a:extLst>
          </p:cNvPr>
          <p:cNvSpPr>
            <a:spLocks xmlns:a="http://schemas.openxmlformats.org/drawingml/2006/main" noGrp="1"/>
          </p:cNvSpPr>
          <p:nvPr/>
        </p:nvSpPr>
        <p:spPr>
          <a:xfrm xmlns:a="http://schemas.openxmlformats.org/drawingml/2006/main">
            <a:off x="6534150" y="27241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00" b="1" i="0">
                <a:solidFill>
                  <a:srgbClr val="FFFFFF"/>
                </a:solidFill>
                <a:latin typeface="Aptos"/>
                <a:ea typeface="Aptos"/>
                <a:cs typeface="Aptos"/>
              </a:defRPr>
            </a:pPr>
            <a:r>
              <a:rPr sz="1500" b="1" i="0">
                <a:solidFill>
                  <a:srgbClr val="FFFFFF"/>
                </a:solidFill>
                <a:latin typeface="Aptos"/>
                <a:ea typeface="Aptos"/>
                <a:cs typeface="Aptos"/>
              </a:rPr>
              <a:t>3</a:t>
            </a:r>
          </a:p>
        </p:txBody>
      </p:sp>
      <p:sp>
        <p:nvSpPr>
          <p:cNvPr id="21" name="">
            <a:extLst xmlns:a="http://schemas.openxmlformats.org/drawingml/2006/main">
              <a:ext uri="{FF2B5EF4-FFF2-40B4-BE49-F238E27FC236}">
                <a16:creationId xmlns:a16="http://schemas.microsoft.com/office/drawing/2014/main" id="{8CF9A233-C23E-4C65-AF52-9C093F762B76}"/>
              </a:ext>
            </a:extLst>
          </p:cNvPr>
          <p:cNvSpPr>
            <a:spLocks xmlns:a="http://schemas.openxmlformats.org/drawingml/2006/main" noGrp="1"/>
          </p:cNvSpPr>
          <p:nvPr/>
        </p:nvSpPr>
        <p:spPr>
          <a:xfrm xmlns:a="http://schemas.openxmlformats.org/drawingml/2006/main">
            <a:off x="7048500" y="2705100"/>
            <a:ext cx="1371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1" i="0">
                <a:solidFill>
                  <a:srgbClr val="0B1F3A"/>
                </a:solidFill>
                <a:latin typeface="Aptos"/>
                <a:ea typeface="Aptos"/>
                <a:cs typeface="Aptos"/>
              </a:defRPr>
            </a:pPr>
            <a:r>
              <a:rPr sz="1875" b="1" i="0">
                <a:solidFill>
                  <a:srgbClr val="0B1F3A"/>
                </a:solidFill>
                <a:latin typeface="Aptos"/>
                <a:ea typeface="Aptos"/>
                <a:cs typeface="Aptos"/>
              </a:rPr>
              <a:t>Ôn tập</a:t>
            </a:r>
          </a:p>
        </p:txBody>
      </p:sp>
      <p:sp>
        <p:nvSpPr>
          <p:cNvPr id="22" name="">
            <a:extLst xmlns:a="http://schemas.openxmlformats.org/drawingml/2006/main">
              <a:ext uri="{FF2B5EF4-FFF2-40B4-BE49-F238E27FC236}">
                <a16:creationId xmlns:a16="http://schemas.microsoft.com/office/drawing/2014/main" id="{51526794-18A1-46AB-89D2-1EC5D413B5C9}"/>
              </a:ext>
            </a:extLst>
          </p:cNvPr>
          <p:cNvSpPr>
            <a:spLocks xmlns:a="http://schemas.openxmlformats.org/drawingml/2006/main" noGrp="1"/>
          </p:cNvSpPr>
          <p:nvPr/>
        </p:nvSpPr>
        <p:spPr>
          <a:xfrm xmlns:a="http://schemas.openxmlformats.org/drawingml/2006/main">
            <a:off x="6534150" y="3257550"/>
            <a:ext cx="1885950" cy="1276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1575" b="0" i="0">
                <a:solidFill>
                  <a:srgbClr val="475569"/>
                </a:solidFill>
                <a:latin typeface="Aptos"/>
                <a:ea typeface="Aptos"/>
                <a:cs typeface="Aptos"/>
              </a:defRPr>
            </a:pPr>
            <a:r>
              <a:rPr sz="1575" b="0" i="0">
                <a:solidFill>
                  <a:srgbClr val="475569"/>
                </a:solidFill>
                <a:latin typeface="Aptos"/>
                <a:ea typeface="Aptos"/>
                <a:cs typeface="Aptos"/>
              </a:rPr>
              <a:t>Quiz đa dạng theo lịch nextReviewAt</a:t>
            </a:r>
          </a:p>
        </p:txBody>
      </p:sp>
      <p:sp>
        <p:nvSpPr>
          <p:cNvPr id="23" name="">
            <a:extLst xmlns:a="http://schemas.openxmlformats.org/drawingml/2006/main">
              <a:ext uri="{FF2B5EF4-FFF2-40B4-BE49-F238E27FC236}">
                <a16:creationId xmlns:a16="http://schemas.microsoft.com/office/drawing/2014/main" id="{45A360BE-2752-4FCD-A17D-87A3A1BA819D}"/>
              </a:ext>
            </a:extLst>
          </p:cNvPr>
          <p:cNvSpPr>
            <a:spLocks xmlns:a="http://schemas.openxmlformats.org/drawingml/2006/main" noGrp="1"/>
          </p:cNvSpPr>
          <p:nvPr/>
        </p:nvSpPr>
        <p:spPr>
          <a:xfrm xmlns:a="http://schemas.openxmlformats.org/drawingml/2006/main">
            <a:off x="9086850" y="2514600"/>
            <a:ext cx="2305050" cy="2190750"/>
          </a:xfrm>
          <a:prstGeom xmlns:a="http://schemas.openxmlformats.org/drawingml/2006/main" prst="roundRect">
            <a:avLst>
              <a:gd name="adj" fmla="val 7826"/>
            </a:avLst>
          </a:prstGeom>
          <a:solidFill xmlns:a="http://schemas.openxmlformats.org/drawingml/2006/main">
            <a:srgbClr val="FFFFFF"/>
          </a:solidFill>
          <a:ln xmlns:a="http://schemas.openxmlformats.org/drawingml/2006/main" w="13335">
            <a:solidFill>
              <a:srgbClr val="E2E8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4" name="">
            <a:extLst xmlns:a="http://schemas.openxmlformats.org/drawingml/2006/main">
              <a:ext uri="{FF2B5EF4-FFF2-40B4-BE49-F238E27FC236}">
                <a16:creationId xmlns:a16="http://schemas.microsoft.com/office/drawing/2014/main" id="{462EE619-446F-4C77-8F8A-0DD270202252}"/>
              </a:ext>
            </a:extLst>
          </p:cNvPr>
          <p:cNvSpPr>
            <a:spLocks xmlns:a="http://schemas.openxmlformats.org/drawingml/2006/main" noGrp="1"/>
          </p:cNvSpPr>
          <p:nvPr/>
        </p:nvSpPr>
        <p:spPr>
          <a:xfrm xmlns:a="http://schemas.openxmlformats.org/drawingml/2006/main">
            <a:off x="9296400" y="2724150"/>
            <a:ext cx="381000" cy="381000"/>
          </a:xfrm>
          <a:prstGeom xmlns:a="http://schemas.openxmlformats.org/drawingml/2006/main" prst="ellipse">
            <a:avLst/>
          </a:prstGeom>
          <a:solidFill xmlns:a="http://schemas.openxmlformats.org/drawingml/2006/main">
            <a:srgbClr val="D97706"/>
          </a:solidFill>
          <a:ln xmlns:a="http://schemas.openxmlformats.org/drawingml/2006/main" w="9525">
            <a:solidFill>
              <a:srgbClr val="D97706"/>
            </a:solidFill>
            <a:prstDash val="solid"/>
          </a:ln>
        </p:spPr>
      </p:sp>
      <p:sp>
        <p:nvSpPr>
          <p:cNvPr id="25" name="">
            <a:extLst xmlns:a="http://schemas.openxmlformats.org/drawingml/2006/main">
              <a:ext uri="{FF2B5EF4-FFF2-40B4-BE49-F238E27FC236}">
                <a16:creationId xmlns:a16="http://schemas.microsoft.com/office/drawing/2014/main" id="{125F1D02-5D2E-45FD-A6DF-871B91006FC9}"/>
              </a:ext>
            </a:extLst>
          </p:cNvPr>
          <p:cNvSpPr>
            <a:spLocks xmlns:a="http://schemas.openxmlformats.org/drawingml/2006/main" noGrp="1"/>
          </p:cNvSpPr>
          <p:nvPr/>
        </p:nvSpPr>
        <p:spPr>
          <a:xfrm xmlns:a="http://schemas.openxmlformats.org/drawingml/2006/main">
            <a:off x="9296400" y="27241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00" b="1" i="0">
                <a:solidFill>
                  <a:srgbClr val="FFFFFF"/>
                </a:solidFill>
                <a:latin typeface="Aptos"/>
                <a:ea typeface="Aptos"/>
                <a:cs typeface="Aptos"/>
              </a:defRPr>
            </a:pPr>
            <a:r>
              <a:rPr sz="1500" b="1" i="0">
                <a:solidFill>
                  <a:srgbClr val="FFFFFF"/>
                </a:solidFill>
                <a:latin typeface="Aptos"/>
                <a:ea typeface="Aptos"/>
                <a:cs typeface="Aptos"/>
              </a:rPr>
              <a:t>4</a:t>
            </a:r>
          </a:p>
        </p:txBody>
      </p:sp>
      <p:sp>
        <p:nvSpPr>
          <p:cNvPr id="26" name="">
            <a:extLst xmlns:a="http://schemas.openxmlformats.org/drawingml/2006/main">
              <a:ext uri="{FF2B5EF4-FFF2-40B4-BE49-F238E27FC236}">
                <a16:creationId xmlns:a16="http://schemas.microsoft.com/office/drawing/2014/main" id="{9B121790-AA7B-43BD-9887-876BDCBC650E}"/>
              </a:ext>
            </a:extLst>
          </p:cNvPr>
          <p:cNvSpPr>
            <a:spLocks xmlns:a="http://schemas.openxmlformats.org/drawingml/2006/main" noGrp="1"/>
          </p:cNvSpPr>
          <p:nvPr/>
        </p:nvSpPr>
        <p:spPr>
          <a:xfrm xmlns:a="http://schemas.openxmlformats.org/drawingml/2006/main">
            <a:off x="9810750" y="2705100"/>
            <a:ext cx="1371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1" i="0">
                <a:solidFill>
                  <a:srgbClr val="0B1F3A"/>
                </a:solidFill>
                <a:latin typeface="Aptos"/>
                <a:ea typeface="Aptos"/>
                <a:cs typeface="Aptos"/>
              </a:defRPr>
            </a:pPr>
            <a:r>
              <a:rPr sz="1875" b="1" i="0">
                <a:solidFill>
                  <a:srgbClr val="0B1F3A"/>
                </a:solidFill>
                <a:latin typeface="Aptos"/>
                <a:ea typeface="Aptos"/>
                <a:cs typeface="Aptos"/>
              </a:rPr>
              <a:t>Vận dụng</a:t>
            </a:r>
          </a:p>
        </p:txBody>
      </p:sp>
      <p:sp>
        <p:nvSpPr>
          <p:cNvPr id="27" name="">
            <a:extLst xmlns:a="http://schemas.openxmlformats.org/drawingml/2006/main">
              <a:ext uri="{FF2B5EF4-FFF2-40B4-BE49-F238E27FC236}">
                <a16:creationId xmlns:a16="http://schemas.microsoft.com/office/drawing/2014/main" id="{58EA214A-67F8-44E8-9657-78D96B62EA51}"/>
              </a:ext>
            </a:extLst>
          </p:cNvPr>
          <p:cNvSpPr>
            <a:spLocks xmlns:a="http://schemas.openxmlformats.org/drawingml/2006/main" noGrp="1"/>
          </p:cNvSpPr>
          <p:nvPr/>
        </p:nvSpPr>
        <p:spPr>
          <a:xfrm xmlns:a="http://schemas.openxmlformats.org/drawingml/2006/main">
            <a:off x="9296400" y="3257550"/>
            <a:ext cx="1885950" cy="1276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1575" b="0" i="0">
                <a:solidFill>
                  <a:srgbClr val="475569"/>
                </a:solidFill>
                <a:latin typeface="Aptos"/>
                <a:ea typeface="Aptos"/>
                <a:cs typeface="Aptos"/>
              </a:defRPr>
            </a:pPr>
            <a:r>
              <a:rPr sz="1575" b="0" i="0">
                <a:solidFill>
                  <a:srgbClr val="475569"/>
                </a:solidFill>
                <a:latin typeface="Aptos"/>
                <a:ea typeface="Aptos"/>
                <a:cs typeface="Aptos"/>
              </a:rPr>
              <a:t>Listen-and-Type và Writing review</a:t>
            </a:r>
          </a:p>
        </p:txBody>
      </p:sp>
      <p:cxnSp>
        <p:nvCxnSpPr>
          <p:cNvPr id="62" name=""/>
          <p:cNvCxnSpPr>
            <a:stCxn xmlns:a="http://schemas.openxmlformats.org/drawingml/2006/main" id="8" idx="3"/>
            <a:endCxn xmlns:a="http://schemas.openxmlformats.org/drawingml/2006/main" id="13" idx="1"/>
          </p:cNvCxnSpPr>
          <p:nvPr/>
        </p:nvCxnSpPr>
        <p:spPr>
          <a:xfrm xmlns:a="http://schemas.openxmlformats.org/drawingml/2006/main">
            <a:off x="3105150" y="3609975"/>
            <a:ext cx="457200" cy="0"/>
          </a:xfrm>
          <a:prstGeom xmlns:a="http://schemas.openxmlformats.org/drawingml/2006/main" prst="straightConnector1">
            <a:avLst/>
          </a:prstGeom>
          <a:ln xmlns:a="http://schemas.openxmlformats.org/drawingml/2006/main" w="23813">
            <a:solidFill>
              <a:srgbClr val="2563EB"/>
            </a:solidFill>
            <a:prstDash val="solid"/>
            <a:tailEnd type="triangle" w="sm" len="sm"/>
          </a:ln>
        </p:spPr>
      </p:cxnSp>
      <p:cxnSp>
        <p:nvCxnSpPr>
          <p:cNvPr id="63" name=""/>
          <p:cNvCxnSpPr>
            <a:stCxn xmlns:a="http://schemas.openxmlformats.org/drawingml/2006/main" id="13" idx="3"/>
            <a:endCxn xmlns:a="http://schemas.openxmlformats.org/drawingml/2006/main" id="18" idx="1"/>
          </p:cNvCxnSpPr>
          <p:nvPr/>
        </p:nvCxnSpPr>
        <p:spPr>
          <a:xfrm xmlns:a="http://schemas.openxmlformats.org/drawingml/2006/main">
            <a:off x="5867400" y="3609975"/>
            <a:ext cx="457200" cy="0"/>
          </a:xfrm>
          <a:prstGeom xmlns:a="http://schemas.openxmlformats.org/drawingml/2006/main" prst="straightConnector1">
            <a:avLst/>
          </a:prstGeom>
          <a:ln xmlns:a="http://schemas.openxmlformats.org/drawingml/2006/main" w="23813">
            <a:solidFill>
              <a:srgbClr val="2563EB"/>
            </a:solidFill>
            <a:prstDash val="solid"/>
            <a:tailEnd type="triangle" w="sm" len="sm"/>
          </a:ln>
        </p:spPr>
      </p:cxnSp>
      <p:cxnSp>
        <p:nvCxnSpPr>
          <p:cNvPr id="64" name=""/>
          <p:cNvCxnSpPr>
            <a:stCxn xmlns:a="http://schemas.openxmlformats.org/drawingml/2006/main" id="18" idx="3"/>
            <a:endCxn xmlns:a="http://schemas.openxmlformats.org/drawingml/2006/main" id="23" idx="1"/>
          </p:cNvCxnSpPr>
          <p:nvPr/>
        </p:nvCxnSpPr>
        <p:spPr>
          <a:xfrm xmlns:a="http://schemas.openxmlformats.org/drawingml/2006/main">
            <a:off x="8629650" y="3609975"/>
            <a:ext cx="457200" cy="0"/>
          </a:xfrm>
          <a:prstGeom xmlns:a="http://schemas.openxmlformats.org/drawingml/2006/main" prst="straightConnector1">
            <a:avLst/>
          </a:prstGeom>
          <a:ln xmlns:a="http://schemas.openxmlformats.org/drawingml/2006/main" w="23813">
            <a:solidFill>
              <a:srgbClr val="2563EB"/>
            </a:solidFill>
            <a:prstDash val="solid"/>
            <a:tailEnd type="triangle" w="sm" len="sm"/>
          </a:ln>
        </p:spPr>
      </p:cxnSp>
      <p:sp>
        <p:nvSpPr>
          <p:cNvPr id="31" name="">
            <a:extLst xmlns:a="http://schemas.openxmlformats.org/drawingml/2006/main">
              <a:ext uri="{FF2B5EF4-FFF2-40B4-BE49-F238E27FC236}">
                <a16:creationId xmlns:a16="http://schemas.microsoft.com/office/drawing/2014/main" id="{B00F4094-FB2E-478F-80AC-EE660AA1F090}"/>
              </a:ext>
            </a:extLst>
          </p:cNvPr>
          <p:cNvSpPr>
            <a:spLocks xmlns:a="http://schemas.openxmlformats.org/drawingml/2006/main" noGrp="1"/>
          </p:cNvSpPr>
          <p:nvPr/>
        </p:nvSpPr>
        <p:spPr>
          <a:xfrm xmlns:a="http://schemas.openxmlformats.org/drawingml/2006/main">
            <a:off x="3886200" y="5257800"/>
            <a:ext cx="4419600" cy="590550"/>
          </a:xfrm>
          <a:prstGeom xmlns:a="http://schemas.openxmlformats.org/drawingml/2006/main" prst="roundRect">
            <a:avLst>
              <a:gd name="adj" fmla="val 29032"/>
            </a:avLst>
          </a:prstGeom>
          <a:solidFill xmlns:a="http://schemas.openxmlformats.org/drawingml/2006/main">
            <a:srgbClr val="EFF6FF"/>
          </a:solidFill>
          <a:ln xmlns:a="http://schemas.openxmlformats.org/drawingml/2006/main" w="12383">
            <a:solidFill>
              <a:srgbClr val="BFDBFE"/>
            </a:solidFill>
            <a:prstDash val="solid"/>
          </a:ln>
        </p:spPr>
      </p:sp>
      <p:sp>
        <p:nvSpPr>
          <p:cNvPr id="32" name="">
            <a:extLst xmlns:a="http://schemas.openxmlformats.org/drawingml/2006/main">
              <a:ext uri="{FF2B5EF4-FFF2-40B4-BE49-F238E27FC236}">
                <a16:creationId xmlns:a16="http://schemas.microsoft.com/office/drawing/2014/main" id="{0F5533B8-DD9E-4CEC-AE7F-1CAB58B87112}"/>
              </a:ext>
            </a:extLst>
          </p:cNvPr>
          <p:cNvSpPr>
            <a:spLocks xmlns:a="http://schemas.openxmlformats.org/drawingml/2006/main" noGrp="1"/>
          </p:cNvSpPr>
          <p:nvPr/>
        </p:nvSpPr>
        <p:spPr>
          <a:xfrm xmlns:a="http://schemas.openxmlformats.org/drawingml/2006/main">
            <a:off x="4057650" y="5257800"/>
            <a:ext cx="40767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725" b="1" i="0">
                <a:solidFill>
                  <a:srgbClr val="1D4ED8"/>
                </a:solidFill>
                <a:latin typeface="Aptos"/>
                <a:ea typeface="Aptos"/>
                <a:cs typeface="Aptos"/>
              </a:defRPr>
            </a:pPr>
            <a:r>
              <a:rPr sz="1725" b="1" i="0">
                <a:solidFill>
                  <a:srgbClr val="1D4ED8"/>
                </a:solidFill>
                <a:latin typeface="Aptos"/>
                <a:ea typeface="Aptos"/>
                <a:cs typeface="Aptos"/>
              </a:rPr>
              <a:t>Lịch sử &amp; kết quả cập nhật ngược tiến độ cá nhân</a:t>
            </a:r>
          </a:p>
        </p:txBody>
      </p:sp>
      <p:cxnSp>
        <p:nvCxnSpPr>
          <p:cNvPr id="67" name=""/>
          <p:cNvCxnSpPr>
            <a:stCxn xmlns:a="http://schemas.openxmlformats.org/drawingml/2006/main" id="23" idx="2"/>
            <a:endCxn xmlns:a="http://schemas.openxmlformats.org/drawingml/2006/main" id="31" idx="3"/>
          </p:cNvCxnSpPr>
          <p:nvPr/>
        </p:nvCxnSpPr>
        <p:spPr>
          <a:xfrm xmlns:a="http://schemas.openxmlformats.org/drawingml/2006/main" flipH="1">
            <a:off x="8305800" y="4705350"/>
            <a:ext cx="1933575" cy="847725"/>
          </a:xfrm>
          <a:prstGeom xmlns:a="http://schemas.openxmlformats.org/drawingml/2006/main" prst="bentConnector5">
            <a:avLst>
              <a:gd name="adj1" fmla="val 0"/>
              <a:gd name="adj2" fmla="val 26966"/>
              <a:gd name="adj3" fmla="val 88177"/>
            </a:avLst>
          </a:prstGeom>
          <a:ln xmlns:a="http://schemas.openxmlformats.org/drawingml/2006/main" w="20955">
            <a:solidFill>
              <a:srgbClr val="64748B"/>
            </a:solidFill>
            <a:prstDash val="dash"/>
          </a:ln>
        </p:spPr>
      </p:cxnSp>
      <p:cxnSp>
        <p:nvCxnSpPr>
          <p:cNvPr id="68" name=""/>
          <p:cNvCxnSpPr>
            <a:stCxn xmlns:a="http://schemas.openxmlformats.org/drawingml/2006/main" id="31" idx="1"/>
            <a:endCxn xmlns:a="http://schemas.openxmlformats.org/drawingml/2006/main" id="13" idx="2"/>
          </p:cNvCxnSpPr>
          <p:nvPr/>
        </p:nvCxnSpPr>
        <p:spPr>
          <a:xfrm xmlns:a="http://schemas.openxmlformats.org/drawingml/2006/main" flipV="1">
            <a:off x="3657600" y="4705350"/>
            <a:ext cx="1057275" cy="847725"/>
          </a:xfrm>
          <a:prstGeom xmlns:a="http://schemas.openxmlformats.org/drawingml/2006/main" prst="bentConnector4">
            <a:avLst/>
          </a:prstGeom>
          <a:ln xmlns:a="http://schemas.openxmlformats.org/drawingml/2006/main" w="20955">
            <a:solidFill>
              <a:srgbClr val="64748B"/>
            </a:solidFill>
            <a:prstDash val="dash"/>
            <a:tailEnd type="triangle" w="sm" len="sm"/>
          </a:ln>
        </p:spPr>
      </p:cxnSp>
    </p:spTree>
    <p:extLst>
      <p:ext uri="{BB962C8B-B14F-4D97-AF65-F5344CB8AC3E}">
        <p14:creationId xmlns:p14="http://schemas.microsoft.com/office/powerpoint/2010/main" val="33759522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4" name="">
            <a:extLst xmlns:a="http://schemas.openxmlformats.org/drawingml/2006/main">
              <a:ext uri="{FF2B5EF4-FFF2-40B4-BE49-F238E27FC236}">
                <a16:creationId xmlns:a16="http://schemas.microsoft.com/office/drawing/2014/main" id="{F20688FD-8CBF-4958-8173-A2582507C2B0}"/>
              </a:ext>
            </a:extLst>
          </p:cNvPr>
          <p:cNvSpPr>
            <a:spLocks xmlns:a="http://schemas.openxmlformats.org/drawingml/2006/main" noGrp="1"/>
          </p:cNvSpPr>
          <p:nvPr/>
        </p:nvSpPr>
        <p:spPr>
          <a:xfrm xmlns:a="http://schemas.openxmlformats.org/drawingml/2006/main">
            <a:off x="609600" y="285750"/>
            <a:ext cx="1314450" cy="323850"/>
          </a:xfrm>
          <a:prstGeom xmlns:a="http://schemas.openxmlformats.org/drawingml/2006/main" prst="roundRect">
            <a:avLst>
              <a:gd name="adj" fmla="val 50000"/>
            </a:avLst>
          </a:prstGeom>
          <a:solidFill xmlns:a="http://schemas.openxmlformats.org/drawingml/2006/main">
            <a:srgbClr val="EFF6FF"/>
          </a:solidFill>
          <a:ln xmlns:a="http://schemas.openxmlformats.org/drawingml/2006/main" w="9525">
            <a:solidFill>
              <a:srgbClr val="EFF6FF"/>
            </a:solidFill>
            <a:prstDash val="solid"/>
          </a:ln>
        </p:spPr>
      </p:sp>
      <p:sp>
        <p:nvSpPr>
          <p:cNvPr id="2" name="">
            <a:extLst xmlns:a="http://schemas.openxmlformats.org/drawingml/2006/main">
              <a:ext uri="{FF2B5EF4-FFF2-40B4-BE49-F238E27FC236}">
                <a16:creationId xmlns:a16="http://schemas.microsoft.com/office/drawing/2014/main" id="{921618B0-7B13-4B37-BEBD-8D8BD7C0102C}"/>
              </a:ext>
            </a:extLst>
          </p:cNvPr>
          <p:cNvSpPr>
            <a:spLocks xmlns:a="http://schemas.openxmlformats.org/drawingml/2006/main" noGrp="1"/>
          </p:cNvSpPr>
          <p:nvPr/>
        </p:nvSpPr>
        <p:spPr>
          <a:xfrm xmlns:a="http://schemas.openxmlformats.org/drawingml/2006/main">
            <a:off x="609600" y="295275"/>
            <a:ext cx="1314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350" b="1" i="0">
                <a:solidFill>
                  <a:srgbClr val="2563EB"/>
                </a:solidFill>
                <a:latin typeface="Aptos"/>
                <a:ea typeface="Aptos"/>
                <a:cs typeface="Aptos"/>
              </a:defRPr>
            </a:pPr>
            <a:r>
              <a:rPr sz="1350" b="1" i="0">
                <a:solidFill>
                  <a:srgbClr val="2563EB"/>
                </a:solidFill>
                <a:latin typeface="Aptos"/>
                <a:ea typeface="Aptos"/>
                <a:cs typeface="Aptos"/>
              </a:rPr>
              <a:t>DỮ LIỆU</a:t>
            </a:r>
          </a:p>
        </p:txBody>
      </p:sp>
      <p:sp>
        <p:nvSpPr>
          <p:cNvPr id="3" name="">
            <a:extLst xmlns:a="http://schemas.openxmlformats.org/drawingml/2006/main">
              <a:ext uri="{FF2B5EF4-FFF2-40B4-BE49-F238E27FC236}">
                <a16:creationId xmlns:a16="http://schemas.microsoft.com/office/drawing/2014/main" id="{447001A5-DCFB-49AE-BF6D-B8F746855AC2}"/>
              </a:ext>
            </a:extLst>
          </p:cNvPr>
          <p:cNvSpPr>
            <a:spLocks xmlns:a="http://schemas.openxmlformats.org/drawingml/2006/main" noGrp="1"/>
          </p:cNvSpPr>
          <p:nvPr/>
        </p:nvSpPr>
        <p:spPr>
          <a:xfrm xmlns:a="http://schemas.openxmlformats.org/drawingml/2006/main">
            <a:off x="609600" y="742950"/>
            <a:ext cx="109728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3600" b="1" i="0">
                <a:solidFill>
                  <a:srgbClr val="0B1F3A"/>
                </a:solidFill>
                <a:latin typeface="Aptos"/>
                <a:ea typeface="Aptos"/>
                <a:cs typeface="Aptos"/>
              </a:defRPr>
            </a:pPr>
            <a:r>
              <a:rPr sz="3600" b="1" i="0">
                <a:solidFill>
                  <a:srgbClr val="0B1F3A"/>
                </a:solidFill>
                <a:latin typeface="Aptos"/>
                <a:ea typeface="Aptos"/>
                <a:cs typeface="Aptos"/>
              </a:rPr>
              <a:t>Chuẩn hóa dữ liệu trước khi trở thành nội dung học</a:t>
            </a:r>
          </a:p>
        </p:txBody>
      </p:sp>
      <p:sp>
        <p:nvSpPr>
          <p:cNvPr id="4" name="">
            <a:extLst xmlns:a="http://schemas.openxmlformats.org/drawingml/2006/main">
              <a:ext uri="{FF2B5EF4-FFF2-40B4-BE49-F238E27FC236}">
                <a16:creationId xmlns:a16="http://schemas.microsoft.com/office/drawing/2014/main" id="{888DD752-2A4F-4DA2-B3DC-B26C4B77960D}"/>
              </a:ext>
            </a:extLst>
          </p:cNvPr>
          <p:cNvSpPr>
            <a:spLocks xmlns:a="http://schemas.openxmlformats.org/drawingml/2006/main" noGrp="1"/>
          </p:cNvSpPr>
          <p:nvPr/>
        </p:nvSpPr>
        <p:spPr>
          <a:xfrm xmlns:a="http://schemas.openxmlformats.org/drawingml/2006/main">
            <a:off x="609600" y="1495425"/>
            <a:ext cx="10972800" cy="19050"/>
          </a:xfrm>
          <a:prstGeom xmlns:a="http://schemas.openxmlformats.org/drawingml/2006/main" prst="rect">
            <a:avLst/>
          </a:prstGeom>
          <a:solidFill xmlns:a="http://schemas.openxmlformats.org/drawingml/2006/main">
            <a:srgbClr val="E2E8F0"/>
          </a:solidFill>
          <a:ln xmlns:a="http://schemas.openxmlformats.org/drawingml/2006/main" w="0">
            <a:solidFill>
              <a:srgbClr val="E2E8F0"/>
            </a:solidFill>
            <a:prstDash val="solid"/>
          </a:ln>
        </p:spPr>
      </p:sp>
      <p:sp>
        <p:nvSpPr>
          <p:cNvPr id="5" name="">
            <a:extLst xmlns:a="http://schemas.openxmlformats.org/drawingml/2006/main">
              <a:ext uri="{FF2B5EF4-FFF2-40B4-BE49-F238E27FC236}">
                <a16:creationId xmlns:a16="http://schemas.microsoft.com/office/drawing/2014/main" id="{4AB8C851-8F04-4D4C-8388-156429B40E17}"/>
              </a:ext>
            </a:extLst>
          </p:cNvPr>
          <p:cNvSpPr>
            <a:spLocks xmlns:a="http://schemas.openxmlformats.org/drawingml/2006/main" noGrp="1"/>
          </p:cNvSpPr>
          <p:nvPr/>
        </p:nvSpPr>
        <p:spPr>
          <a:xfrm xmlns:a="http://schemas.openxmlformats.org/drawingml/2006/main">
            <a:off x="609600" y="1495425"/>
            <a:ext cx="1143000" cy="38100"/>
          </a:xfrm>
          <a:prstGeom xmlns:a="http://schemas.openxmlformats.org/drawingml/2006/main" prst="rect">
            <a:avLst/>
          </a:prstGeom>
          <a:solidFill xmlns:a="http://schemas.openxmlformats.org/drawingml/2006/main">
            <a:srgbClr val="2563EB"/>
          </a:solidFill>
          <a:ln xmlns:a="http://schemas.openxmlformats.org/drawingml/2006/main" w="0">
            <a:solidFill>
              <a:srgbClr val="2563EB"/>
            </a:solidFill>
            <a:prstDash val="solid"/>
          </a:ln>
        </p:spPr>
      </p:sp>
      <p:sp>
        <p:nvSpPr>
          <p:cNvPr id="6" name="">
            <a:extLst xmlns:a="http://schemas.openxmlformats.org/drawingml/2006/main">
              <a:ext uri="{FF2B5EF4-FFF2-40B4-BE49-F238E27FC236}">
                <a16:creationId xmlns:a16="http://schemas.microsoft.com/office/drawing/2014/main" id="{B61A8360-145F-40AD-932B-B088993DD849}"/>
              </a:ext>
            </a:extLst>
          </p:cNvPr>
          <p:cNvSpPr>
            <a:spLocks xmlns:a="http://schemas.openxmlformats.org/drawingml/2006/main" noGrp="1"/>
          </p:cNvSpPr>
          <p:nvPr/>
        </p:nvSpPr>
        <p:spPr>
          <a:xfrm xmlns:a="http://schemas.openxmlformats.org/drawingml/2006/main">
            <a:off x="609600" y="6543675"/>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1" i="0">
                <a:solidFill>
                  <a:srgbClr val="94A3B8"/>
                </a:solidFill>
                <a:latin typeface="Aptos"/>
                <a:ea typeface="Aptos"/>
                <a:cs typeface="Aptos"/>
              </a:defRPr>
            </a:pPr>
            <a:r>
              <a:rPr sz="1125" b="1" i="0">
                <a:solidFill>
                  <a:srgbClr val="94A3B8"/>
                </a:solidFill>
                <a:latin typeface="Aptos"/>
                <a:ea typeface="Aptos"/>
                <a:cs typeface="Aptos"/>
              </a:rPr>
              <a:t>VOCAB APP  •  ĐỒ ÁN KHÓA LUẬN</a:t>
            </a:r>
          </a:p>
        </p:txBody>
      </p:sp>
      <p:sp>
        <p:nvSpPr>
          <p:cNvPr id="7" name="">
            <a:extLst xmlns:a="http://schemas.openxmlformats.org/drawingml/2006/main">
              <a:ext uri="{FF2B5EF4-FFF2-40B4-BE49-F238E27FC236}">
                <a16:creationId xmlns:a16="http://schemas.microsoft.com/office/drawing/2014/main" id="{46599736-9CF6-424C-BFB0-C823BEC035DD}"/>
              </a:ext>
            </a:extLst>
          </p:cNvPr>
          <p:cNvSpPr>
            <a:spLocks xmlns:a="http://schemas.openxmlformats.org/drawingml/2006/main" noGrp="1"/>
          </p:cNvSpPr>
          <p:nvPr/>
        </p:nvSpPr>
        <p:spPr>
          <a:xfrm xmlns:a="http://schemas.openxmlformats.org/drawingml/2006/main">
            <a:off x="11144250" y="6486525"/>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1" i="0">
                <a:solidFill>
                  <a:srgbClr val="64748B"/>
                </a:solidFill>
                <a:latin typeface="Aptos"/>
                <a:ea typeface="Aptos"/>
                <a:cs typeface="Aptos"/>
              </a:defRPr>
            </a:pPr>
            <a:r>
              <a:rPr sz="1350" b="1" i="0">
                <a:solidFill>
                  <a:srgbClr val="64748B"/>
                </a:solidFill>
                <a:latin typeface="Aptos"/>
                <a:ea typeface="Aptos"/>
                <a:cs typeface="Aptos"/>
              </a:rPr>
              <a:t>04</a:t>
            </a:r>
          </a:p>
        </p:txBody>
      </p:sp>
      <p:sp>
        <p:nvSpPr>
          <p:cNvPr id="8" name="">
            <a:extLst xmlns:a="http://schemas.openxmlformats.org/drawingml/2006/main">
              <a:ext uri="{FF2B5EF4-FFF2-40B4-BE49-F238E27FC236}">
                <a16:creationId xmlns:a16="http://schemas.microsoft.com/office/drawing/2014/main" id="{D56A1E2D-2962-4F6D-B1DF-71F6521CB83A}"/>
              </a:ext>
            </a:extLst>
          </p:cNvPr>
          <p:cNvSpPr>
            <a:spLocks xmlns:a="http://schemas.openxmlformats.org/drawingml/2006/main" noGrp="1"/>
          </p:cNvSpPr>
          <p:nvPr/>
        </p:nvSpPr>
        <p:spPr>
          <a:xfrm xmlns:a="http://schemas.openxmlformats.org/drawingml/2006/main">
            <a:off x="609600" y="1981200"/>
            <a:ext cx="2133600" cy="3429000"/>
          </a:xfrm>
          <a:prstGeom xmlns:a="http://schemas.openxmlformats.org/drawingml/2006/main" prst="roundRect">
            <a:avLst>
              <a:gd name="adj" fmla="val 8929"/>
            </a:avLst>
          </a:prstGeom>
          <a:solidFill xmlns:a="http://schemas.openxmlformats.org/drawingml/2006/main">
            <a:srgbClr val="F8FAFC"/>
          </a:solidFill>
          <a:ln xmlns:a="http://schemas.openxmlformats.org/drawingml/2006/main" w="12383">
            <a:solidFill>
              <a:srgbClr val="E2E8F0"/>
            </a:solidFill>
            <a:prstDash val="solid"/>
          </a:ln>
        </p:spPr>
      </p:sp>
      <p:sp>
        <p:nvSpPr>
          <p:cNvPr id="9" name="">
            <a:extLst xmlns:a="http://schemas.openxmlformats.org/drawingml/2006/main">
              <a:ext uri="{FF2B5EF4-FFF2-40B4-BE49-F238E27FC236}">
                <a16:creationId xmlns:a16="http://schemas.microsoft.com/office/drawing/2014/main" id="{2E11765F-51FE-45C1-910B-58D39D37A7F8}"/>
              </a:ext>
            </a:extLst>
          </p:cNvPr>
          <p:cNvSpPr>
            <a:spLocks xmlns:a="http://schemas.openxmlformats.org/drawingml/2006/main" noGrp="1"/>
          </p:cNvSpPr>
          <p:nvPr/>
        </p:nvSpPr>
        <p:spPr>
          <a:xfrm xmlns:a="http://schemas.openxmlformats.org/drawingml/2006/main">
            <a:off x="819150" y="2190750"/>
            <a:ext cx="171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i="0">
                <a:solidFill>
                  <a:srgbClr val="64748B"/>
                </a:solidFill>
                <a:latin typeface="Aptos"/>
                <a:ea typeface="Aptos"/>
                <a:cs typeface="Aptos"/>
              </a:defRPr>
            </a:pPr>
            <a:r>
              <a:rPr sz="1500" b="1" i="0">
                <a:solidFill>
                  <a:srgbClr val="64748B"/>
                </a:solidFill>
                <a:latin typeface="Aptos"/>
                <a:ea typeface="Aptos"/>
                <a:cs typeface="Aptos"/>
              </a:rPr>
              <a:t>NGUỒN</a:t>
            </a:r>
          </a:p>
        </p:txBody>
      </p:sp>
      <p:sp>
        <p:nvSpPr>
          <p:cNvPr id="10" name="">
            <a:extLst xmlns:a="http://schemas.openxmlformats.org/drawingml/2006/main">
              <a:ext uri="{FF2B5EF4-FFF2-40B4-BE49-F238E27FC236}">
                <a16:creationId xmlns:a16="http://schemas.microsoft.com/office/drawing/2014/main" id="{CC9697CC-51C1-407C-8A15-995A5AA864B6}"/>
              </a:ext>
            </a:extLst>
          </p:cNvPr>
          <p:cNvSpPr>
            <a:spLocks xmlns:a="http://schemas.openxmlformats.org/drawingml/2006/main" noGrp="1"/>
          </p:cNvSpPr>
          <p:nvPr/>
        </p:nvSpPr>
        <p:spPr>
          <a:xfrm xmlns:a="http://schemas.openxmlformats.org/drawingml/2006/main">
            <a:off x="819150" y="2686050"/>
            <a:ext cx="1714500" cy="609600"/>
          </a:xfrm>
          <a:prstGeom xmlns:a="http://schemas.openxmlformats.org/drawingml/2006/main" prst="roundRect">
            <a:avLst>
              <a:gd name="adj" fmla="val 18750"/>
            </a:avLst>
          </a:prstGeom>
          <a:solidFill xmlns:a="http://schemas.openxmlformats.org/drawingml/2006/main">
            <a:srgbClr val="FFFFFF"/>
          </a:solidFill>
          <a:ln xmlns:a="http://schemas.openxmlformats.org/drawingml/2006/main" w="9525">
            <a:solidFill>
              <a:srgbClr val="E2E8F0"/>
            </a:solidFill>
            <a:prstDash val="solid"/>
          </a:ln>
        </p:spPr>
      </p:sp>
      <p:sp>
        <p:nvSpPr>
          <p:cNvPr id="11" name="">
            <a:extLst xmlns:a="http://schemas.openxmlformats.org/drawingml/2006/main">
              <a:ext uri="{FF2B5EF4-FFF2-40B4-BE49-F238E27FC236}">
                <a16:creationId xmlns:a16="http://schemas.microsoft.com/office/drawing/2014/main" id="{5C1B29CA-129F-4289-A938-04694C565E4F}"/>
              </a:ext>
            </a:extLst>
          </p:cNvPr>
          <p:cNvSpPr>
            <a:spLocks xmlns:a="http://schemas.openxmlformats.org/drawingml/2006/main" noGrp="1"/>
          </p:cNvSpPr>
          <p:nvPr/>
        </p:nvSpPr>
        <p:spPr>
          <a:xfrm xmlns:a="http://schemas.openxmlformats.org/drawingml/2006/main">
            <a:off x="952500" y="2752725"/>
            <a:ext cx="1447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1" i="0">
                <a:solidFill>
                  <a:srgbClr val="0B1F3A"/>
                </a:solidFill>
                <a:latin typeface="Aptos"/>
                <a:ea typeface="Aptos"/>
                <a:cs typeface="Aptos"/>
              </a:defRPr>
            </a:pPr>
            <a:r>
              <a:rPr sz="1575" b="1" i="0">
                <a:solidFill>
                  <a:srgbClr val="0B1F3A"/>
                </a:solidFill>
                <a:latin typeface="Aptos"/>
                <a:ea typeface="Aptos"/>
                <a:cs typeface="Aptos"/>
              </a:rPr>
              <a:t>KAIKKI</a:t>
            </a:r>
          </a:p>
        </p:txBody>
      </p:sp>
      <p:sp>
        <p:nvSpPr>
          <p:cNvPr id="12" name="">
            <a:extLst xmlns:a="http://schemas.openxmlformats.org/drawingml/2006/main">
              <a:ext uri="{FF2B5EF4-FFF2-40B4-BE49-F238E27FC236}">
                <a16:creationId xmlns:a16="http://schemas.microsoft.com/office/drawing/2014/main" id="{A648219E-05FB-4732-84EC-868AEEC85C3A}"/>
              </a:ext>
            </a:extLst>
          </p:cNvPr>
          <p:cNvSpPr>
            <a:spLocks xmlns:a="http://schemas.openxmlformats.org/drawingml/2006/main" noGrp="1"/>
          </p:cNvSpPr>
          <p:nvPr/>
        </p:nvSpPr>
        <p:spPr>
          <a:xfrm xmlns:a="http://schemas.openxmlformats.org/drawingml/2006/main">
            <a:off x="952500" y="3009900"/>
            <a:ext cx="1447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i="0">
                <a:solidFill>
                  <a:srgbClr val="64748B"/>
                </a:solidFill>
                <a:latin typeface="Aptos"/>
                <a:ea typeface="Aptos"/>
                <a:cs typeface="Aptos"/>
              </a:defRPr>
            </a:pPr>
            <a:r>
              <a:rPr sz="1275" b="0" i="0">
                <a:solidFill>
                  <a:srgbClr val="64748B"/>
                </a:solidFill>
                <a:latin typeface="Aptos"/>
                <a:ea typeface="Aptos"/>
                <a:cs typeface="Aptos"/>
              </a:rPr>
              <a:t>Từ, nghĩa, ví dụ</a:t>
            </a:r>
          </a:p>
        </p:txBody>
      </p:sp>
      <p:sp>
        <p:nvSpPr>
          <p:cNvPr id="13" name="">
            <a:extLst xmlns:a="http://schemas.openxmlformats.org/drawingml/2006/main">
              <a:ext uri="{FF2B5EF4-FFF2-40B4-BE49-F238E27FC236}">
                <a16:creationId xmlns:a16="http://schemas.microsoft.com/office/drawing/2014/main" id="{625DB7D7-53C6-496D-A501-3D212C538D6D}"/>
              </a:ext>
            </a:extLst>
          </p:cNvPr>
          <p:cNvSpPr>
            <a:spLocks xmlns:a="http://schemas.openxmlformats.org/drawingml/2006/main" noGrp="1"/>
          </p:cNvSpPr>
          <p:nvPr/>
        </p:nvSpPr>
        <p:spPr>
          <a:xfrm xmlns:a="http://schemas.openxmlformats.org/drawingml/2006/main">
            <a:off x="819150" y="3467100"/>
            <a:ext cx="1714500" cy="609600"/>
          </a:xfrm>
          <a:prstGeom xmlns:a="http://schemas.openxmlformats.org/drawingml/2006/main" prst="roundRect">
            <a:avLst>
              <a:gd name="adj" fmla="val 18750"/>
            </a:avLst>
          </a:prstGeom>
          <a:solidFill xmlns:a="http://schemas.openxmlformats.org/drawingml/2006/main">
            <a:srgbClr val="FFFFFF"/>
          </a:solidFill>
          <a:ln xmlns:a="http://schemas.openxmlformats.org/drawingml/2006/main" w="9525">
            <a:solidFill>
              <a:srgbClr val="E2E8F0"/>
            </a:solidFill>
            <a:prstDash val="solid"/>
          </a:ln>
        </p:spPr>
      </p:sp>
      <p:sp>
        <p:nvSpPr>
          <p:cNvPr id="14" name="">
            <a:extLst xmlns:a="http://schemas.openxmlformats.org/drawingml/2006/main">
              <a:ext uri="{FF2B5EF4-FFF2-40B4-BE49-F238E27FC236}">
                <a16:creationId xmlns:a16="http://schemas.microsoft.com/office/drawing/2014/main" id="{E903E442-306E-44BF-925F-372C97F82CCB}"/>
              </a:ext>
            </a:extLst>
          </p:cNvPr>
          <p:cNvSpPr>
            <a:spLocks xmlns:a="http://schemas.openxmlformats.org/drawingml/2006/main" noGrp="1"/>
          </p:cNvSpPr>
          <p:nvPr/>
        </p:nvSpPr>
        <p:spPr>
          <a:xfrm xmlns:a="http://schemas.openxmlformats.org/drawingml/2006/main">
            <a:off x="952500" y="3533775"/>
            <a:ext cx="1447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1" i="0">
                <a:solidFill>
                  <a:srgbClr val="0B1F3A"/>
                </a:solidFill>
                <a:latin typeface="Aptos"/>
                <a:ea typeface="Aptos"/>
                <a:cs typeface="Aptos"/>
              </a:defRPr>
            </a:pPr>
            <a:r>
              <a:rPr sz="1575" b="1" i="0">
                <a:solidFill>
                  <a:srgbClr val="0B1F3A"/>
                </a:solidFill>
                <a:latin typeface="Aptos"/>
                <a:ea typeface="Aptos"/>
                <a:cs typeface="Aptos"/>
              </a:rPr>
              <a:t>API bổ sung</a:t>
            </a:r>
          </a:p>
        </p:txBody>
      </p:sp>
      <p:sp>
        <p:nvSpPr>
          <p:cNvPr id="15" name="">
            <a:extLst xmlns:a="http://schemas.openxmlformats.org/drawingml/2006/main">
              <a:ext uri="{FF2B5EF4-FFF2-40B4-BE49-F238E27FC236}">
                <a16:creationId xmlns:a16="http://schemas.microsoft.com/office/drawing/2014/main" id="{D50ED373-6203-4209-BF6A-344A7B4C6B70}"/>
              </a:ext>
            </a:extLst>
          </p:cNvPr>
          <p:cNvSpPr>
            <a:spLocks xmlns:a="http://schemas.openxmlformats.org/drawingml/2006/main" noGrp="1"/>
          </p:cNvSpPr>
          <p:nvPr/>
        </p:nvSpPr>
        <p:spPr>
          <a:xfrm xmlns:a="http://schemas.openxmlformats.org/drawingml/2006/main">
            <a:off x="952500" y="3790950"/>
            <a:ext cx="1447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i="0">
                <a:solidFill>
                  <a:srgbClr val="64748B"/>
                </a:solidFill>
                <a:latin typeface="Aptos"/>
                <a:ea typeface="Aptos"/>
                <a:cs typeface="Aptos"/>
              </a:defRPr>
            </a:pPr>
            <a:r>
              <a:rPr sz="1275" b="0" i="0">
                <a:solidFill>
                  <a:srgbClr val="64748B"/>
                </a:solidFill>
                <a:latin typeface="Aptos"/>
                <a:ea typeface="Aptos"/>
                <a:cs typeface="Aptos"/>
              </a:rPr>
              <a:t>Bản dịch tiếng Việt</a:t>
            </a:r>
          </a:p>
        </p:txBody>
      </p:sp>
      <p:sp>
        <p:nvSpPr>
          <p:cNvPr id="16" name="">
            <a:extLst xmlns:a="http://schemas.openxmlformats.org/drawingml/2006/main">
              <a:ext uri="{FF2B5EF4-FFF2-40B4-BE49-F238E27FC236}">
                <a16:creationId xmlns:a16="http://schemas.microsoft.com/office/drawing/2014/main" id="{3C766B4B-4EFC-4C43-8618-49E48E8AE33A}"/>
              </a:ext>
            </a:extLst>
          </p:cNvPr>
          <p:cNvSpPr>
            <a:spLocks xmlns:a="http://schemas.openxmlformats.org/drawingml/2006/main" noGrp="1"/>
          </p:cNvSpPr>
          <p:nvPr/>
        </p:nvSpPr>
        <p:spPr>
          <a:xfrm xmlns:a="http://schemas.openxmlformats.org/drawingml/2006/main">
            <a:off x="819150" y="4248150"/>
            <a:ext cx="1714500" cy="609600"/>
          </a:xfrm>
          <a:prstGeom xmlns:a="http://schemas.openxmlformats.org/drawingml/2006/main" prst="roundRect">
            <a:avLst>
              <a:gd name="adj" fmla="val 18750"/>
            </a:avLst>
          </a:prstGeom>
          <a:solidFill xmlns:a="http://schemas.openxmlformats.org/drawingml/2006/main">
            <a:srgbClr val="FFFFFF"/>
          </a:solidFill>
          <a:ln xmlns:a="http://schemas.openxmlformats.org/drawingml/2006/main" w="9525">
            <a:solidFill>
              <a:srgbClr val="E2E8F0"/>
            </a:solidFill>
            <a:prstDash val="solid"/>
          </a:ln>
        </p:spPr>
      </p:sp>
      <p:sp>
        <p:nvSpPr>
          <p:cNvPr id="17" name="">
            <a:extLst xmlns:a="http://schemas.openxmlformats.org/drawingml/2006/main">
              <a:ext uri="{FF2B5EF4-FFF2-40B4-BE49-F238E27FC236}">
                <a16:creationId xmlns:a16="http://schemas.microsoft.com/office/drawing/2014/main" id="{CAF582DB-0689-4231-9B48-1690E31AC2AD}"/>
              </a:ext>
            </a:extLst>
          </p:cNvPr>
          <p:cNvSpPr>
            <a:spLocks xmlns:a="http://schemas.openxmlformats.org/drawingml/2006/main" noGrp="1"/>
          </p:cNvSpPr>
          <p:nvPr/>
        </p:nvSpPr>
        <p:spPr>
          <a:xfrm xmlns:a="http://schemas.openxmlformats.org/drawingml/2006/main">
            <a:off x="952500" y="4314825"/>
            <a:ext cx="1447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1" i="0">
                <a:solidFill>
                  <a:srgbClr val="0B1F3A"/>
                </a:solidFill>
                <a:latin typeface="Aptos"/>
                <a:ea typeface="Aptos"/>
                <a:cs typeface="Aptos"/>
              </a:defRPr>
            </a:pPr>
            <a:r>
              <a:rPr sz="1575" b="1" i="0">
                <a:solidFill>
                  <a:srgbClr val="0B1F3A"/>
                </a:solidFill>
                <a:latin typeface="Aptos"/>
                <a:ea typeface="Aptos"/>
                <a:cs typeface="Aptos"/>
              </a:rPr>
              <a:t>Nguồn công khai</a:t>
            </a:r>
          </a:p>
        </p:txBody>
      </p:sp>
      <p:sp>
        <p:nvSpPr>
          <p:cNvPr id="18" name="">
            <a:extLst xmlns:a="http://schemas.openxmlformats.org/drawingml/2006/main">
              <a:ext uri="{FF2B5EF4-FFF2-40B4-BE49-F238E27FC236}">
                <a16:creationId xmlns:a16="http://schemas.microsoft.com/office/drawing/2014/main" id="{F232BFA0-D45D-40B3-A18E-DFBAE722B739}"/>
              </a:ext>
            </a:extLst>
          </p:cNvPr>
          <p:cNvSpPr>
            <a:spLocks xmlns:a="http://schemas.openxmlformats.org/drawingml/2006/main" noGrp="1"/>
          </p:cNvSpPr>
          <p:nvPr/>
        </p:nvSpPr>
        <p:spPr>
          <a:xfrm xmlns:a="http://schemas.openxmlformats.org/drawingml/2006/main">
            <a:off x="952500" y="4572000"/>
            <a:ext cx="1447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i="0">
                <a:solidFill>
                  <a:srgbClr val="64748B"/>
                </a:solidFill>
                <a:latin typeface="Aptos"/>
                <a:ea typeface="Aptos"/>
                <a:cs typeface="Aptos"/>
              </a:defRPr>
            </a:pPr>
            <a:r>
              <a:rPr sz="1275" b="0" i="0">
                <a:solidFill>
                  <a:srgbClr val="64748B"/>
                </a:solidFill>
                <a:latin typeface="Aptos"/>
                <a:ea typeface="Aptos"/>
                <a:cs typeface="Aptos"/>
              </a:rPr>
              <a:t>Listening / Reading</a:t>
            </a:r>
          </a:p>
        </p:txBody>
      </p:sp>
      <p:sp>
        <p:nvSpPr>
          <p:cNvPr id="19" name="">
            <a:extLst xmlns:a="http://schemas.openxmlformats.org/drawingml/2006/main">
              <a:ext uri="{FF2B5EF4-FFF2-40B4-BE49-F238E27FC236}">
                <a16:creationId xmlns:a16="http://schemas.microsoft.com/office/drawing/2014/main" id="{D689F7A3-159E-4323-84B2-4A61B85C8828}"/>
              </a:ext>
            </a:extLst>
          </p:cNvPr>
          <p:cNvSpPr>
            <a:spLocks xmlns:a="http://schemas.openxmlformats.org/drawingml/2006/main" noGrp="1"/>
          </p:cNvSpPr>
          <p:nvPr/>
        </p:nvSpPr>
        <p:spPr>
          <a:xfrm xmlns:a="http://schemas.openxmlformats.org/drawingml/2006/main">
            <a:off x="3295650" y="2571750"/>
            <a:ext cx="1714500" cy="1790700"/>
          </a:xfrm>
          <a:prstGeom xmlns:a="http://schemas.openxmlformats.org/drawingml/2006/main" prst="roundRect">
            <a:avLst>
              <a:gd name="adj" fmla="val 10000"/>
            </a:avLst>
          </a:prstGeom>
          <a:solidFill xmlns:a="http://schemas.openxmlformats.org/drawingml/2006/main">
            <a:srgbClr val="FFFFFF"/>
          </a:solidFill>
          <a:ln xmlns:a="http://schemas.openxmlformats.org/drawingml/2006/main" w="14288">
            <a:solidFill>
              <a:srgbClr val="E2E8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0" name="">
            <a:extLst xmlns:a="http://schemas.openxmlformats.org/drawingml/2006/main">
              <a:ext uri="{FF2B5EF4-FFF2-40B4-BE49-F238E27FC236}">
                <a16:creationId xmlns:a16="http://schemas.microsoft.com/office/drawing/2014/main" id="{20ACF47A-D090-4319-8DC8-DC64FD95F8AB}"/>
              </a:ext>
            </a:extLst>
          </p:cNvPr>
          <p:cNvSpPr>
            <a:spLocks xmlns:a="http://schemas.openxmlformats.org/drawingml/2006/main" noGrp="1"/>
          </p:cNvSpPr>
          <p:nvPr/>
        </p:nvSpPr>
        <p:spPr>
          <a:xfrm xmlns:a="http://schemas.openxmlformats.org/drawingml/2006/main">
            <a:off x="3886200" y="2781300"/>
            <a:ext cx="533400" cy="533400"/>
          </a:xfrm>
          <a:prstGeom xmlns:a="http://schemas.openxmlformats.org/drawingml/2006/main" prst="ellipse">
            <a:avLst/>
          </a:prstGeom>
          <a:solidFill xmlns:a="http://schemas.openxmlformats.org/drawingml/2006/main">
            <a:srgbClr val="0B1F3A"/>
          </a:solidFill>
          <a:ln xmlns:a="http://schemas.openxmlformats.org/drawingml/2006/main" w="9525">
            <a:solidFill>
              <a:srgbClr val="0B1F3A"/>
            </a:solidFill>
            <a:prstDash val="solid"/>
          </a:ln>
        </p:spPr>
      </p:sp>
      <p:sp>
        <p:nvSpPr>
          <p:cNvPr id="21" name="">
            <a:extLst xmlns:a="http://schemas.openxmlformats.org/drawingml/2006/main">
              <a:ext uri="{FF2B5EF4-FFF2-40B4-BE49-F238E27FC236}">
                <a16:creationId xmlns:a16="http://schemas.microsoft.com/office/drawing/2014/main" id="{318352E7-BF3D-44CE-A3E6-BFEB8362C36A}"/>
              </a:ext>
            </a:extLst>
          </p:cNvPr>
          <p:cNvSpPr>
            <a:spLocks xmlns:a="http://schemas.openxmlformats.org/drawingml/2006/main" noGrp="1"/>
          </p:cNvSpPr>
          <p:nvPr/>
        </p:nvSpPr>
        <p:spPr>
          <a:xfrm xmlns:a="http://schemas.openxmlformats.org/drawingml/2006/main">
            <a:off x="3886200" y="2781300"/>
            <a:ext cx="533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800" b="1" i="0">
                <a:solidFill>
                  <a:srgbClr val="FFFFFF"/>
                </a:solidFill>
                <a:latin typeface="Aptos"/>
                <a:ea typeface="Aptos"/>
                <a:cs typeface="Aptos"/>
              </a:defRPr>
            </a:pPr>
            <a:r>
              <a:rPr sz="1800" b="1" i="0">
                <a:solidFill>
                  <a:srgbClr val="FFFFFF"/>
                </a:solidFill>
                <a:latin typeface="Aptos"/>
                <a:ea typeface="Aptos"/>
                <a:cs typeface="Aptos"/>
              </a:rPr>
              <a:t>1</a:t>
            </a:r>
          </a:p>
        </p:txBody>
      </p:sp>
      <p:sp>
        <p:nvSpPr>
          <p:cNvPr id="22" name="">
            <a:extLst xmlns:a="http://schemas.openxmlformats.org/drawingml/2006/main">
              <a:ext uri="{FF2B5EF4-FFF2-40B4-BE49-F238E27FC236}">
                <a16:creationId xmlns:a16="http://schemas.microsoft.com/office/drawing/2014/main" id="{3D253B67-5377-4C3D-8572-BF77AEB6DF72}"/>
              </a:ext>
            </a:extLst>
          </p:cNvPr>
          <p:cNvSpPr>
            <a:spLocks xmlns:a="http://schemas.openxmlformats.org/drawingml/2006/main" noGrp="1"/>
          </p:cNvSpPr>
          <p:nvPr/>
        </p:nvSpPr>
        <p:spPr>
          <a:xfrm xmlns:a="http://schemas.openxmlformats.org/drawingml/2006/main">
            <a:off x="3467100" y="3486150"/>
            <a:ext cx="1371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b="1" i="0">
                <a:solidFill>
                  <a:srgbClr val="0B1F3A"/>
                </a:solidFill>
                <a:latin typeface="Aptos"/>
                <a:ea typeface="Aptos"/>
                <a:cs typeface="Aptos"/>
              </a:defRPr>
            </a:pPr>
            <a:r>
              <a:rPr sz="1800" b="1" i="0">
                <a:solidFill>
                  <a:srgbClr val="0B1F3A"/>
                </a:solidFill>
                <a:latin typeface="Aptos"/>
                <a:ea typeface="Aptos"/>
                <a:cs typeface="Aptos"/>
              </a:rPr>
              <a:t>Thu thập</a:t>
            </a:r>
          </a:p>
        </p:txBody>
      </p:sp>
      <p:sp>
        <p:nvSpPr>
          <p:cNvPr id="23" name="">
            <a:extLst xmlns:a="http://schemas.openxmlformats.org/drawingml/2006/main">
              <a:ext uri="{FF2B5EF4-FFF2-40B4-BE49-F238E27FC236}">
                <a16:creationId xmlns:a16="http://schemas.microsoft.com/office/drawing/2014/main" id="{FC0D6347-A2B2-40C9-988A-D560301E3990}"/>
              </a:ext>
            </a:extLst>
          </p:cNvPr>
          <p:cNvSpPr>
            <a:spLocks xmlns:a="http://schemas.openxmlformats.org/drawingml/2006/main" noGrp="1"/>
          </p:cNvSpPr>
          <p:nvPr/>
        </p:nvSpPr>
        <p:spPr>
          <a:xfrm xmlns:a="http://schemas.openxmlformats.org/drawingml/2006/main">
            <a:off x="3429000" y="3905250"/>
            <a:ext cx="1447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350" b="0" i="0">
                <a:solidFill>
                  <a:srgbClr val="475569"/>
                </a:solidFill>
                <a:latin typeface="Aptos"/>
                <a:ea typeface="Aptos"/>
                <a:cs typeface="Aptos"/>
              </a:defRPr>
            </a:pPr>
            <a:r>
              <a:rPr sz="1350" b="0" i="0">
                <a:solidFill>
                  <a:srgbClr val="475569"/>
                </a:solidFill>
                <a:latin typeface="Aptos"/>
                <a:ea typeface="Aptos"/>
                <a:cs typeface="Aptos"/>
              </a:rPr>
              <a:t>Retry • resume • checkpoint</a:t>
            </a:r>
          </a:p>
        </p:txBody>
      </p:sp>
      <p:sp>
        <p:nvSpPr>
          <p:cNvPr id="24" name="">
            <a:extLst xmlns:a="http://schemas.openxmlformats.org/drawingml/2006/main">
              <a:ext uri="{FF2B5EF4-FFF2-40B4-BE49-F238E27FC236}">
                <a16:creationId xmlns:a16="http://schemas.microsoft.com/office/drawing/2014/main" id="{C571820E-665E-48AC-A5FE-AD2AA56F65B8}"/>
              </a:ext>
            </a:extLst>
          </p:cNvPr>
          <p:cNvSpPr>
            <a:spLocks xmlns:a="http://schemas.openxmlformats.org/drawingml/2006/main" noGrp="1"/>
          </p:cNvSpPr>
          <p:nvPr/>
        </p:nvSpPr>
        <p:spPr>
          <a:xfrm xmlns:a="http://schemas.openxmlformats.org/drawingml/2006/main">
            <a:off x="5372100" y="2571750"/>
            <a:ext cx="1714500" cy="1790700"/>
          </a:xfrm>
          <a:prstGeom xmlns:a="http://schemas.openxmlformats.org/drawingml/2006/main" prst="roundRect">
            <a:avLst>
              <a:gd name="adj" fmla="val 10000"/>
            </a:avLst>
          </a:prstGeom>
          <a:solidFill xmlns:a="http://schemas.openxmlformats.org/drawingml/2006/main">
            <a:srgbClr val="FFFFFF"/>
          </a:solidFill>
          <a:ln xmlns:a="http://schemas.openxmlformats.org/drawingml/2006/main" w="14288">
            <a:solidFill>
              <a:srgbClr val="E2E8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5" name="">
            <a:extLst xmlns:a="http://schemas.openxmlformats.org/drawingml/2006/main">
              <a:ext uri="{FF2B5EF4-FFF2-40B4-BE49-F238E27FC236}">
                <a16:creationId xmlns:a16="http://schemas.microsoft.com/office/drawing/2014/main" id="{60B4878B-A326-43C9-8B70-A48566FA8C09}"/>
              </a:ext>
            </a:extLst>
          </p:cNvPr>
          <p:cNvSpPr>
            <a:spLocks xmlns:a="http://schemas.openxmlformats.org/drawingml/2006/main" noGrp="1"/>
          </p:cNvSpPr>
          <p:nvPr/>
        </p:nvSpPr>
        <p:spPr>
          <a:xfrm xmlns:a="http://schemas.openxmlformats.org/drawingml/2006/main">
            <a:off x="5962650" y="2781300"/>
            <a:ext cx="533400" cy="533400"/>
          </a:xfrm>
          <a:prstGeom xmlns:a="http://schemas.openxmlformats.org/drawingml/2006/main" prst="ellipse">
            <a:avLst/>
          </a:prstGeom>
          <a:solidFill xmlns:a="http://schemas.openxmlformats.org/drawingml/2006/main">
            <a:srgbClr val="0B1F3A"/>
          </a:solidFill>
          <a:ln xmlns:a="http://schemas.openxmlformats.org/drawingml/2006/main" w="9525">
            <a:solidFill>
              <a:srgbClr val="0B1F3A"/>
            </a:solidFill>
            <a:prstDash val="solid"/>
          </a:ln>
        </p:spPr>
      </p:sp>
      <p:sp>
        <p:nvSpPr>
          <p:cNvPr id="26" name="">
            <a:extLst xmlns:a="http://schemas.openxmlformats.org/drawingml/2006/main">
              <a:ext uri="{FF2B5EF4-FFF2-40B4-BE49-F238E27FC236}">
                <a16:creationId xmlns:a16="http://schemas.microsoft.com/office/drawing/2014/main" id="{E78A0FB9-FE5C-4BEC-A2AE-BF22443EEBFF}"/>
              </a:ext>
            </a:extLst>
          </p:cNvPr>
          <p:cNvSpPr>
            <a:spLocks xmlns:a="http://schemas.openxmlformats.org/drawingml/2006/main" noGrp="1"/>
          </p:cNvSpPr>
          <p:nvPr/>
        </p:nvSpPr>
        <p:spPr>
          <a:xfrm xmlns:a="http://schemas.openxmlformats.org/drawingml/2006/main">
            <a:off x="5962650" y="2781300"/>
            <a:ext cx="533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800" b="1" i="0">
                <a:solidFill>
                  <a:srgbClr val="FFFFFF"/>
                </a:solidFill>
                <a:latin typeface="Aptos"/>
                <a:ea typeface="Aptos"/>
                <a:cs typeface="Aptos"/>
              </a:defRPr>
            </a:pPr>
            <a:r>
              <a:rPr sz="1800" b="1" i="0">
                <a:solidFill>
                  <a:srgbClr val="FFFFFF"/>
                </a:solidFill>
                <a:latin typeface="Aptos"/>
                <a:ea typeface="Aptos"/>
                <a:cs typeface="Aptos"/>
              </a:rPr>
              <a:t>2</a:t>
            </a:r>
          </a:p>
        </p:txBody>
      </p:sp>
      <p:sp>
        <p:nvSpPr>
          <p:cNvPr id="27" name="">
            <a:extLst xmlns:a="http://schemas.openxmlformats.org/drawingml/2006/main">
              <a:ext uri="{FF2B5EF4-FFF2-40B4-BE49-F238E27FC236}">
                <a16:creationId xmlns:a16="http://schemas.microsoft.com/office/drawing/2014/main" id="{B86190F2-B21A-4992-9153-43922705A03E}"/>
              </a:ext>
            </a:extLst>
          </p:cNvPr>
          <p:cNvSpPr>
            <a:spLocks xmlns:a="http://schemas.openxmlformats.org/drawingml/2006/main" noGrp="1"/>
          </p:cNvSpPr>
          <p:nvPr/>
        </p:nvSpPr>
        <p:spPr>
          <a:xfrm xmlns:a="http://schemas.openxmlformats.org/drawingml/2006/main">
            <a:off x="5543550" y="3486150"/>
            <a:ext cx="1371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b="1" i="0">
                <a:solidFill>
                  <a:srgbClr val="0B1F3A"/>
                </a:solidFill>
                <a:latin typeface="Aptos"/>
                <a:ea typeface="Aptos"/>
                <a:cs typeface="Aptos"/>
              </a:defRPr>
            </a:pPr>
            <a:r>
              <a:rPr sz="1800" b="1" i="0">
                <a:solidFill>
                  <a:srgbClr val="0B1F3A"/>
                </a:solidFill>
                <a:latin typeface="Aptos"/>
                <a:ea typeface="Aptos"/>
                <a:cs typeface="Aptos"/>
              </a:rPr>
              <a:t>Làm sạch</a:t>
            </a:r>
          </a:p>
        </p:txBody>
      </p:sp>
      <p:sp>
        <p:nvSpPr>
          <p:cNvPr id="28" name="">
            <a:extLst xmlns:a="http://schemas.openxmlformats.org/drawingml/2006/main">
              <a:ext uri="{FF2B5EF4-FFF2-40B4-BE49-F238E27FC236}">
                <a16:creationId xmlns:a16="http://schemas.microsoft.com/office/drawing/2014/main" id="{29063409-9BC2-4D02-8CCC-FB47AB0A1C30}"/>
              </a:ext>
            </a:extLst>
          </p:cNvPr>
          <p:cNvSpPr>
            <a:spLocks xmlns:a="http://schemas.openxmlformats.org/drawingml/2006/main" noGrp="1"/>
          </p:cNvSpPr>
          <p:nvPr/>
        </p:nvSpPr>
        <p:spPr>
          <a:xfrm xmlns:a="http://schemas.openxmlformats.org/drawingml/2006/main">
            <a:off x="5505450" y="3905250"/>
            <a:ext cx="1447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350" b="0" i="0">
                <a:solidFill>
                  <a:srgbClr val="475569"/>
                </a:solidFill>
                <a:latin typeface="Aptos"/>
                <a:ea typeface="Aptos"/>
                <a:cs typeface="Aptos"/>
              </a:defRPr>
            </a:pPr>
            <a:r>
              <a:rPr sz="1350" b="0" i="0">
                <a:solidFill>
                  <a:srgbClr val="475569"/>
                </a:solidFill>
                <a:latin typeface="Aptos"/>
                <a:ea typeface="Aptos"/>
                <a:cs typeface="Aptos"/>
              </a:rPr>
              <a:t>Kiểm tra schema • loại lỗi</a:t>
            </a:r>
          </a:p>
        </p:txBody>
      </p:sp>
      <p:sp>
        <p:nvSpPr>
          <p:cNvPr id="29" name="">
            <a:extLst xmlns:a="http://schemas.openxmlformats.org/drawingml/2006/main">
              <a:ext uri="{FF2B5EF4-FFF2-40B4-BE49-F238E27FC236}">
                <a16:creationId xmlns:a16="http://schemas.microsoft.com/office/drawing/2014/main" id="{299EFB5E-0B45-41BB-9F91-0B69C69B19A4}"/>
              </a:ext>
            </a:extLst>
          </p:cNvPr>
          <p:cNvSpPr>
            <a:spLocks xmlns:a="http://schemas.openxmlformats.org/drawingml/2006/main" noGrp="1"/>
          </p:cNvSpPr>
          <p:nvPr/>
        </p:nvSpPr>
        <p:spPr>
          <a:xfrm xmlns:a="http://schemas.openxmlformats.org/drawingml/2006/main">
            <a:off x="7448550" y="2571750"/>
            <a:ext cx="1714500" cy="1790700"/>
          </a:xfrm>
          <a:prstGeom xmlns:a="http://schemas.openxmlformats.org/drawingml/2006/main" prst="roundRect">
            <a:avLst>
              <a:gd name="adj" fmla="val 10000"/>
            </a:avLst>
          </a:prstGeom>
          <a:solidFill xmlns:a="http://schemas.openxmlformats.org/drawingml/2006/main">
            <a:srgbClr val="FFFFFF"/>
          </a:solidFill>
          <a:ln xmlns:a="http://schemas.openxmlformats.org/drawingml/2006/main" w="14288">
            <a:solidFill>
              <a:srgbClr val="E2E8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0" name="">
            <a:extLst xmlns:a="http://schemas.openxmlformats.org/drawingml/2006/main">
              <a:ext uri="{FF2B5EF4-FFF2-40B4-BE49-F238E27FC236}">
                <a16:creationId xmlns:a16="http://schemas.microsoft.com/office/drawing/2014/main" id="{A400BA50-0425-4CFE-949C-E3142C490AAD}"/>
              </a:ext>
            </a:extLst>
          </p:cNvPr>
          <p:cNvSpPr>
            <a:spLocks xmlns:a="http://schemas.openxmlformats.org/drawingml/2006/main" noGrp="1"/>
          </p:cNvSpPr>
          <p:nvPr/>
        </p:nvSpPr>
        <p:spPr>
          <a:xfrm xmlns:a="http://schemas.openxmlformats.org/drawingml/2006/main">
            <a:off x="8039100" y="2781300"/>
            <a:ext cx="533400" cy="533400"/>
          </a:xfrm>
          <a:prstGeom xmlns:a="http://schemas.openxmlformats.org/drawingml/2006/main" prst="ellipse">
            <a:avLst/>
          </a:prstGeom>
          <a:solidFill xmlns:a="http://schemas.openxmlformats.org/drawingml/2006/main">
            <a:srgbClr val="0B1F3A"/>
          </a:solidFill>
          <a:ln xmlns:a="http://schemas.openxmlformats.org/drawingml/2006/main" w="9525">
            <a:solidFill>
              <a:srgbClr val="0B1F3A"/>
            </a:solidFill>
            <a:prstDash val="solid"/>
          </a:ln>
        </p:spPr>
      </p:sp>
      <p:sp>
        <p:nvSpPr>
          <p:cNvPr id="31" name="">
            <a:extLst xmlns:a="http://schemas.openxmlformats.org/drawingml/2006/main">
              <a:ext uri="{FF2B5EF4-FFF2-40B4-BE49-F238E27FC236}">
                <a16:creationId xmlns:a16="http://schemas.microsoft.com/office/drawing/2014/main" id="{2509C7A3-44B4-4876-9762-8C8410C0F037}"/>
              </a:ext>
            </a:extLst>
          </p:cNvPr>
          <p:cNvSpPr>
            <a:spLocks xmlns:a="http://schemas.openxmlformats.org/drawingml/2006/main" noGrp="1"/>
          </p:cNvSpPr>
          <p:nvPr/>
        </p:nvSpPr>
        <p:spPr>
          <a:xfrm xmlns:a="http://schemas.openxmlformats.org/drawingml/2006/main">
            <a:off x="8039100" y="2781300"/>
            <a:ext cx="533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800" b="1" i="0">
                <a:solidFill>
                  <a:srgbClr val="FFFFFF"/>
                </a:solidFill>
                <a:latin typeface="Aptos"/>
                <a:ea typeface="Aptos"/>
                <a:cs typeface="Aptos"/>
              </a:defRPr>
            </a:pPr>
            <a:r>
              <a:rPr sz="1800" b="1" i="0">
                <a:solidFill>
                  <a:srgbClr val="FFFFFF"/>
                </a:solidFill>
                <a:latin typeface="Aptos"/>
                <a:ea typeface="Aptos"/>
                <a:cs typeface="Aptos"/>
              </a:rPr>
              <a:t>3</a:t>
            </a:r>
          </a:p>
        </p:txBody>
      </p:sp>
      <p:sp>
        <p:nvSpPr>
          <p:cNvPr id="32" name="">
            <a:extLst xmlns:a="http://schemas.openxmlformats.org/drawingml/2006/main">
              <a:ext uri="{FF2B5EF4-FFF2-40B4-BE49-F238E27FC236}">
                <a16:creationId xmlns:a16="http://schemas.microsoft.com/office/drawing/2014/main" id="{ADEA6186-C083-436D-83D2-894D921EFD9D}"/>
              </a:ext>
            </a:extLst>
          </p:cNvPr>
          <p:cNvSpPr>
            <a:spLocks xmlns:a="http://schemas.openxmlformats.org/drawingml/2006/main" noGrp="1"/>
          </p:cNvSpPr>
          <p:nvPr/>
        </p:nvSpPr>
        <p:spPr>
          <a:xfrm xmlns:a="http://schemas.openxmlformats.org/drawingml/2006/main">
            <a:off x="7620000" y="3486150"/>
            <a:ext cx="1371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b="1" i="0">
                <a:solidFill>
                  <a:srgbClr val="0B1F3A"/>
                </a:solidFill>
                <a:latin typeface="Aptos"/>
                <a:ea typeface="Aptos"/>
                <a:cs typeface="Aptos"/>
              </a:defRPr>
            </a:pPr>
            <a:r>
              <a:rPr sz="1800" b="1" i="0">
                <a:solidFill>
                  <a:srgbClr val="0B1F3A"/>
                </a:solidFill>
                <a:latin typeface="Aptos"/>
                <a:ea typeface="Aptos"/>
                <a:cs typeface="Aptos"/>
              </a:rPr>
              <a:t>Chuẩn hóa</a:t>
            </a:r>
          </a:p>
        </p:txBody>
      </p:sp>
      <p:sp>
        <p:nvSpPr>
          <p:cNvPr id="33" name="">
            <a:extLst xmlns:a="http://schemas.openxmlformats.org/drawingml/2006/main">
              <a:ext uri="{FF2B5EF4-FFF2-40B4-BE49-F238E27FC236}">
                <a16:creationId xmlns:a16="http://schemas.microsoft.com/office/drawing/2014/main" id="{FF246798-8BAF-4C64-A14B-E9472596D907}"/>
              </a:ext>
            </a:extLst>
          </p:cNvPr>
          <p:cNvSpPr>
            <a:spLocks xmlns:a="http://schemas.openxmlformats.org/drawingml/2006/main" noGrp="1"/>
          </p:cNvSpPr>
          <p:nvPr/>
        </p:nvSpPr>
        <p:spPr>
          <a:xfrm xmlns:a="http://schemas.openxmlformats.org/drawingml/2006/main">
            <a:off x="7581900" y="3905250"/>
            <a:ext cx="1447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350" b="0" i="0">
                <a:solidFill>
                  <a:srgbClr val="475569"/>
                </a:solidFill>
                <a:latin typeface="Aptos"/>
                <a:ea typeface="Aptos"/>
                <a:cs typeface="Aptos"/>
              </a:defRPr>
            </a:pPr>
            <a:r>
              <a:rPr sz="1350" b="0" i="0">
                <a:solidFill>
                  <a:srgbClr val="475569"/>
                </a:solidFill>
                <a:latin typeface="Aptos"/>
                <a:ea typeface="Aptos"/>
                <a:cs typeface="Aptos"/>
              </a:rPr>
              <a:t>POS • sense • deduplicate</a:t>
            </a:r>
          </a:p>
        </p:txBody>
      </p:sp>
      <p:sp>
        <p:nvSpPr>
          <p:cNvPr id="34" name="">
            <a:extLst xmlns:a="http://schemas.openxmlformats.org/drawingml/2006/main">
              <a:ext uri="{FF2B5EF4-FFF2-40B4-BE49-F238E27FC236}">
                <a16:creationId xmlns:a16="http://schemas.microsoft.com/office/drawing/2014/main" id="{2E98C8A8-0605-4A83-BA38-E89B355B0899}"/>
              </a:ext>
            </a:extLst>
          </p:cNvPr>
          <p:cNvSpPr>
            <a:spLocks xmlns:a="http://schemas.openxmlformats.org/drawingml/2006/main" noGrp="1"/>
          </p:cNvSpPr>
          <p:nvPr/>
        </p:nvSpPr>
        <p:spPr>
          <a:xfrm xmlns:a="http://schemas.openxmlformats.org/drawingml/2006/main">
            <a:off x="9525000" y="2571750"/>
            <a:ext cx="1714500" cy="1790700"/>
          </a:xfrm>
          <a:prstGeom xmlns:a="http://schemas.openxmlformats.org/drawingml/2006/main" prst="roundRect">
            <a:avLst>
              <a:gd name="adj" fmla="val 10000"/>
            </a:avLst>
          </a:prstGeom>
          <a:solidFill xmlns:a="http://schemas.openxmlformats.org/drawingml/2006/main">
            <a:srgbClr val="EFF6FF"/>
          </a:solidFill>
          <a:ln xmlns:a="http://schemas.openxmlformats.org/drawingml/2006/main" w="14288">
            <a:solidFill>
              <a:srgbClr val="93C5FD"/>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5" name="">
            <a:extLst xmlns:a="http://schemas.openxmlformats.org/drawingml/2006/main">
              <a:ext uri="{FF2B5EF4-FFF2-40B4-BE49-F238E27FC236}">
                <a16:creationId xmlns:a16="http://schemas.microsoft.com/office/drawing/2014/main" id="{21686A65-E3EB-4B0A-884B-24D4A84A50B2}"/>
              </a:ext>
            </a:extLst>
          </p:cNvPr>
          <p:cNvSpPr>
            <a:spLocks xmlns:a="http://schemas.openxmlformats.org/drawingml/2006/main" noGrp="1"/>
          </p:cNvSpPr>
          <p:nvPr/>
        </p:nvSpPr>
        <p:spPr>
          <a:xfrm xmlns:a="http://schemas.openxmlformats.org/drawingml/2006/main">
            <a:off x="10115550" y="2781300"/>
            <a:ext cx="533400" cy="533400"/>
          </a:xfrm>
          <a:prstGeom xmlns:a="http://schemas.openxmlformats.org/drawingml/2006/main" prst="ellipse">
            <a:avLst/>
          </a:prstGeom>
          <a:solidFill xmlns:a="http://schemas.openxmlformats.org/drawingml/2006/main">
            <a:srgbClr val="2563EB"/>
          </a:solidFill>
          <a:ln xmlns:a="http://schemas.openxmlformats.org/drawingml/2006/main" w="9525">
            <a:solidFill>
              <a:srgbClr val="2563EB"/>
            </a:solidFill>
            <a:prstDash val="solid"/>
          </a:ln>
        </p:spPr>
      </p:sp>
      <p:sp>
        <p:nvSpPr>
          <p:cNvPr id="36" name="">
            <a:extLst xmlns:a="http://schemas.openxmlformats.org/drawingml/2006/main">
              <a:ext uri="{FF2B5EF4-FFF2-40B4-BE49-F238E27FC236}">
                <a16:creationId xmlns:a16="http://schemas.microsoft.com/office/drawing/2014/main" id="{BC27623C-8BD5-4231-9456-E66CD7A25F01}"/>
              </a:ext>
            </a:extLst>
          </p:cNvPr>
          <p:cNvSpPr>
            <a:spLocks xmlns:a="http://schemas.openxmlformats.org/drawingml/2006/main" noGrp="1"/>
          </p:cNvSpPr>
          <p:nvPr/>
        </p:nvSpPr>
        <p:spPr>
          <a:xfrm xmlns:a="http://schemas.openxmlformats.org/drawingml/2006/main">
            <a:off x="10115550" y="2781300"/>
            <a:ext cx="533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800" b="1" i="0">
                <a:solidFill>
                  <a:srgbClr val="FFFFFF"/>
                </a:solidFill>
                <a:latin typeface="Aptos"/>
                <a:ea typeface="Aptos"/>
                <a:cs typeface="Aptos"/>
              </a:defRPr>
            </a:pPr>
            <a:r>
              <a:rPr sz="1800" b="1" i="0">
                <a:solidFill>
                  <a:srgbClr val="FFFFFF"/>
                </a:solidFill>
                <a:latin typeface="Aptos"/>
                <a:ea typeface="Aptos"/>
                <a:cs typeface="Aptos"/>
              </a:rPr>
              <a:t>4</a:t>
            </a:r>
          </a:p>
        </p:txBody>
      </p:sp>
      <p:sp>
        <p:nvSpPr>
          <p:cNvPr id="37" name="">
            <a:extLst xmlns:a="http://schemas.openxmlformats.org/drawingml/2006/main">
              <a:ext uri="{FF2B5EF4-FFF2-40B4-BE49-F238E27FC236}">
                <a16:creationId xmlns:a16="http://schemas.microsoft.com/office/drawing/2014/main" id="{50D6C287-09A8-44CF-B8BC-06A973D44AB1}"/>
              </a:ext>
            </a:extLst>
          </p:cNvPr>
          <p:cNvSpPr>
            <a:spLocks xmlns:a="http://schemas.openxmlformats.org/drawingml/2006/main" noGrp="1"/>
          </p:cNvSpPr>
          <p:nvPr/>
        </p:nvSpPr>
        <p:spPr>
          <a:xfrm xmlns:a="http://schemas.openxmlformats.org/drawingml/2006/main">
            <a:off x="9696450" y="3486150"/>
            <a:ext cx="1371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00" b="1" i="0">
                <a:solidFill>
                  <a:srgbClr val="0B1F3A"/>
                </a:solidFill>
                <a:latin typeface="Aptos"/>
                <a:ea typeface="Aptos"/>
                <a:cs typeface="Aptos"/>
              </a:defRPr>
            </a:pPr>
            <a:r>
              <a:rPr sz="1800" b="1" i="0">
                <a:solidFill>
                  <a:srgbClr val="0B1F3A"/>
                </a:solidFill>
                <a:latin typeface="Aptos"/>
                <a:ea typeface="Aptos"/>
                <a:cs typeface="Aptos"/>
              </a:rPr>
              <a:t>Nạp dữ liệu</a:t>
            </a:r>
          </a:p>
        </p:txBody>
      </p:sp>
      <p:sp>
        <p:nvSpPr>
          <p:cNvPr id="38" name="">
            <a:extLst xmlns:a="http://schemas.openxmlformats.org/drawingml/2006/main">
              <a:ext uri="{FF2B5EF4-FFF2-40B4-BE49-F238E27FC236}">
                <a16:creationId xmlns:a16="http://schemas.microsoft.com/office/drawing/2014/main" id="{713452AF-FC20-40CB-AEA4-E073F58B8F3F}"/>
              </a:ext>
            </a:extLst>
          </p:cNvPr>
          <p:cNvSpPr>
            <a:spLocks xmlns:a="http://schemas.openxmlformats.org/drawingml/2006/main" noGrp="1"/>
          </p:cNvSpPr>
          <p:nvPr/>
        </p:nvSpPr>
        <p:spPr>
          <a:xfrm xmlns:a="http://schemas.openxmlformats.org/drawingml/2006/main">
            <a:off x="9658350" y="3905250"/>
            <a:ext cx="14478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350" b="0" i="0">
                <a:solidFill>
                  <a:srgbClr val="475569"/>
                </a:solidFill>
                <a:latin typeface="Aptos"/>
                <a:ea typeface="Aptos"/>
                <a:cs typeface="Aptos"/>
              </a:defRPr>
            </a:pPr>
            <a:r>
              <a:rPr sz="1350" b="0" i="0">
                <a:solidFill>
                  <a:srgbClr val="475569"/>
                </a:solidFill>
                <a:latin typeface="Aptos"/>
                <a:ea typeface="Aptos"/>
                <a:cs typeface="Aptos"/>
              </a:rPr>
              <a:t>TSV quan hệ → MySQL</a:t>
            </a:r>
          </a:p>
        </p:txBody>
      </p:sp>
      <p:cxnSp>
        <p:nvCxnSpPr>
          <p:cNvPr id="82" name=""/>
          <p:cNvCxnSpPr>
            <a:stCxn xmlns:a="http://schemas.openxmlformats.org/drawingml/2006/main" id="8" idx="3"/>
            <a:endCxn xmlns:a="http://schemas.openxmlformats.org/drawingml/2006/main" id="19" idx="1"/>
          </p:cNvCxnSpPr>
          <p:nvPr/>
        </p:nvCxnSpPr>
        <p:spPr>
          <a:xfrm xmlns:a="http://schemas.openxmlformats.org/drawingml/2006/main" flipV="1">
            <a:off x="2743200" y="3467100"/>
            <a:ext cx="552450" cy="228600"/>
          </a:xfrm>
          <a:prstGeom xmlns:a="http://schemas.openxmlformats.org/drawingml/2006/main" prst="straightConnector1">
            <a:avLst/>
          </a:prstGeom>
          <a:ln xmlns:a="http://schemas.openxmlformats.org/drawingml/2006/main" w="20955">
            <a:solidFill>
              <a:srgbClr val="2563EB"/>
            </a:solidFill>
            <a:prstDash val="solid"/>
            <a:tailEnd type="triangle" w="sm" len="sm"/>
          </a:ln>
        </p:spPr>
      </p:cxnSp>
      <p:cxnSp>
        <p:nvCxnSpPr>
          <p:cNvPr id="83" name=""/>
          <p:cNvCxnSpPr>
            <a:stCxn xmlns:a="http://schemas.openxmlformats.org/drawingml/2006/main" id="19" idx="3"/>
            <a:endCxn xmlns:a="http://schemas.openxmlformats.org/drawingml/2006/main" id="24" idx="1"/>
          </p:cNvCxnSpPr>
          <p:nvPr/>
        </p:nvCxnSpPr>
        <p:spPr>
          <a:xfrm xmlns:a="http://schemas.openxmlformats.org/drawingml/2006/main">
            <a:off x="5010150" y="3467100"/>
            <a:ext cx="361950" cy="0"/>
          </a:xfrm>
          <a:prstGeom xmlns:a="http://schemas.openxmlformats.org/drawingml/2006/main" prst="straightConnector1">
            <a:avLst/>
          </a:prstGeom>
          <a:ln xmlns:a="http://schemas.openxmlformats.org/drawingml/2006/main" w="20955">
            <a:solidFill>
              <a:srgbClr val="2563EB"/>
            </a:solidFill>
            <a:prstDash val="solid"/>
            <a:tailEnd type="triangle" w="sm" len="sm"/>
          </a:ln>
        </p:spPr>
      </p:cxnSp>
      <p:cxnSp>
        <p:nvCxnSpPr>
          <p:cNvPr id="84" name=""/>
          <p:cNvCxnSpPr>
            <a:stCxn xmlns:a="http://schemas.openxmlformats.org/drawingml/2006/main" id="24" idx="3"/>
            <a:endCxn xmlns:a="http://schemas.openxmlformats.org/drawingml/2006/main" id="29" idx="1"/>
          </p:cNvCxnSpPr>
          <p:nvPr/>
        </p:nvCxnSpPr>
        <p:spPr>
          <a:xfrm xmlns:a="http://schemas.openxmlformats.org/drawingml/2006/main">
            <a:off x="7086600" y="3467100"/>
            <a:ext cx="361950" cy="0"/>
          </a:xfrm>
          <a:prstGeom xmlns:a="http://schemas.openxmlformats.org/drawingml/2006/main" prst="straightConnector1">
            <a:avLst/>
          </a:prstGeom>
          <a:ln xmlns:a="http://schemas.openxmlformats.org/drawingml/2006/main" w="20955">
            <a:solidFill>
              <a:srgbClr val="2563EB"/>
            </a:solidFill>
            <a:prstDash val="solid"/>
            <a:tailEnd type="triangle" w="sm" len="sm"/>
          </a:ln>
        </p:spPr>
      </p:cxnSp>
      <p:cxnSp>
        <p:nvCxnSpPr>
          <p:cNvPr id="85" name=""/>
          <p:cNvCxnSpPr>
            <a:stCxn xmlns:a="http://schemas.openxmlformats.org/drawingml/2006/main" id="29" idx="3"/>
            <a:endCxn xmlns:a="http://schemas.openxmlformats.org/drawingml/2006/main" id="34" idx="1"/>
          </p:cNvCxnSpPr>
          <p:nvPr/>
        </p:nvCxnSpPr>
        <p:spPr>
          <a:xfrm xmlns:a="http://schemas.openxmlformats.org/drawingml/2006/main">
            <a:off x="9163050" y="3467100"/>
            <a:ext cx="361950" cy="0"/>
          </a:xfrm>
          <a:prstGeom xmlns:a="http://schemas.openxmlformats.org/drawingml/2006/main" prst="straightConnector1">
            <a:avLst/>
          </a:prstGeom>
          <a:ln xmlns:a="http://schemas.openxmlformats.org/drawingml/2006/main" w="20955">
            <a:solidFill>
              <a:srgbClr val="2563EB"/>
            </a:solidFill>
            <a:prstDash val="solid"/>
            <a:tailEnd type="triangle" w="sm" len="sm"/>
          </a:ln>
        </p:spPr>
      </p:cxnSp>
      <p:sp>
        <p:nvSpPr>
          <p:cNvPr id="43" name="">
            <a:extLst xmlns:a="http://schemas.openxmlformats.org/drawingml/2006/main">
              <a:ext uri="{FF2B5EF4-FFF2-40B4-BE49-F238E27FC236}">
                <a16:creationId xmlns:a16="http://schemas.microsoft.com/office/drawing/2014/main" id="{5CF33057-4373-435C-A734-EF2A4B448AA0}"/>
              </a:ext>
            </a:extLst>
          </p:cNvPr>
          <p:cNvSpPr>
            <a:spLocks xmlns:a="http://schemas.openxmlformats.org/drawingml/2006/main" noGrp="1"/>
          </p:cNvSpPr>
          <p:nvPr/>
        </p:nvSpPr>
        <p:spPr>
          <a:xfrm xmlns:a="http://schemas.openxmlformats.org/drawingml/2006/main">
            <a:off x="3295650" y="4810125"/>
            <a:ext cx="7943850" cy="552450"/>
          </a:xfrm>
          <a:prstGeom xmlns:a="http://schemas.openxmlformats.org/drawingml/2006/main" prst="roundRect">
            <a:avLst>
              <a:gd name="adj" fmla="val 24138"/>
            </a:avLst>
          </a:prstGeom>
          <a:solidFill xmlns:a="http://schemas.openxmlformats.org/drawingml/2006/main">
            <a:srgbClr val="EFF6FF"/>
          </a:solidFill>
          <a:ln xmlns:a="http://schemas.openxmlformats.org/drawingml/2006/main" w="9525">
            <a:solidFill>
              <a:srgbClr val="BFDBFE"/>
            </a:solid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650" b="1" i="0">
                <a:solidFill>
                  <a:srgbClr val="1D4ED8"/>
                </a:solidFill>
                <a:latin typeface="Aptos"/>
                <a:ea typeface="Aptos"/>
                <a:cs typeface="Aptos"/>
              </a:defRPr>
            </a:pPr>
            <a:r>
              <a:rPr sz="1650" b="1" i="0">
                <a:solidFill>
                  <a:srgbClr val="1D4ED8"/>
                </a:solidFill>
                <a:latin typeface="Aptos"/>
                <a:ea typeface="Aptos"/>
                <a:cs typeface="Aptos"/>
              </a:rPr>
              <a:t>Pipeline tạo dữ liệu có thể kiểm tra, tái chạy và nạp lại độc lập với runtime của ứng dụng</a:t>
            </a:r>
          </a:p>
        </p:txBody>
      </p:sp>
    </p:spTree>
    <p:extLst>
      <p:ext uri="{BB962C8B-B14F-4D97-AF65-F5344CB8AC3E}">
        <p14:creationId xmlns:p14="http://schemas.microsoft.com/office/powerpoint/2010/main" val="133283720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2" name="">
            <a:extLst xmlns:a="http://schemas.openxmlformats.org/drawingml/2006/main">
              <a:ext uri="{FF2B5EF4-FFF2-40B4-BE49-F238E27FC236}">
                <a16:creationId xmlns:a16="http://schemas.microsoft.com/office/drawing/2014/main" id="{17BAF8A2-3276-494C-9871-FC721C62CAD6}"/>
              </a:ext>
            </a:extLst>
          </p:cNvPr>
          <p:cNvSpPr>
            <a:spLocks xmlns:a="http://schemas.openxmlformats.org/drawingml/2006/main" noGrp="1"/>
          </p:cNvSpPr>
          <p:nvPr/>
        </p:nvSpPr>
        <p:spPr>
          <a:xfrm xmlns:a="http://schemas.openxmlformats.org/drawingml/2006/main">
            <a:off x="609600" y="285750"/>
            <a:ext cx="1314450" cy="323850"/>
          </a:xfrm>
          <a:prstGeom xmlns:a="http://schemas.openxmlformats.org/drawingml/2006/main" prst="roundRect">
            <a:avLst>
              <a:gd name="adj" fmla="val 50000"/>
            </a:avLst>
          </a:prstGeom>
          <a:solidFill xmlns:a="http://schemas.openxmlformats.org/drawingml/2006/main">
            <a:srgbClr val="EFF6FF"/>
          </a:solidFill>
          <a:ln xmlns:a="http://schemas.openxmlformats.org/drawingml/2006/main" w="9525">
            <a:solidFill>
              <a:srgbClr val="EFF6FF"/>
            </a:solidFill>
            <a:prstDash val="solid"/>
          </a:ln>
        </p:spPr>
      </p:sp>
      <p:sp>
        <p:nvSpPr>
          <p:cNvPr id="2" name="">
            <a:extLst xmlns:a="http://schemas.openxmlformats.org/drawingml/2006/main">
              <a:ext uri="{FF2B5EF4-FFF2-40B4-BE49-F238E27FC236}">
                <a16:creationId xmlns:a16="http://schemas.microsoft.com/office/drawing/2014/main" id="{37373B5C-3E63-40A4-A908-4F87D64F4473}"/>
              </a:ext>
            </a:extLst>
          </p:cNvPr>
          <p:cNvSpPr>
            <a:spLocks xmlns:a="http://schemas.openxmlformats.org/drawingml/2006/main" noGrp="1"/>
          </p:cNvSpPr>
          <p:nvPr/>
        </p:nvSpPr>
        <p:spPr>
          <a:xfrm xmlns:a="http://schemas.openxmlformats.org/drawingml/2006/main">
            <a:off x="609600" y="295275"/>
            <a:ext cx="1314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350" b="1" i="0">
                <a:solidFill>
                  <a:srgbClr val="2563EB"/>
                </a:solidFill>
                <a:latin typeface="Aptos"/>
                <a:ea typeface="Aptos"/>
                <a:cs typeface="Aptos"/>
              </a:defRPr>
            </a:pPr>
            <a:r>
              <a:rPr sz="1350" b="1" i="0">
                <a:solidFill>
                  <a:srgbClr val="2563EB"/>
                </a:solidFill>
                <a:latin typeface="Aptos"/>
                <a:ea typeface="Aptos"/>
                <a:cs typeface="Aptos"/>
              </a:rPr>
              <a:t>DỮ LIỆU</a:t>
            </a:r>
          </a:p>
        </p:txBody>
      </p:sp>
      <p:sp>
        <p:nvSpPr>
          <p:cNvPr id="3" name="">
            <a:extLst xmlns:a="http://schemas.openxmlformats.org/drawingml/2006/main">
              <a:ext uri="{FF2B5EF4-FFF2-40B4-BE49-F238E27FC236}">
                <a16:creationId xmlns:a16="http://schemas.microsoft.com/office/drawing/2014/main" id="{41C5009B-A2DF-44A5-88D3-85D7CCAB81C4}"/>
              </a:ext>
            </a:extLst>
          </p:cNvPr>
          <p:cNvSpPr>
            <a:spLocks xmlns:a="http://schemas.openxmlformats.org/drawingml/2006/main" noGrp="1"/>
          </p:cNvSpPr>
          <p:nvPr/>
        </p:nvSpPr>
        <p:spPr>
          <a:xfrm xmlns:a="http://schemas.openxmlformats.org/drawingml/2006/main">
            <a:off x="609600" y="742950"/>
            <a:ext cx="109728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3600" b="1" i="0">
                <a:solidFill>
                  <a:srgbClr val="0B1F3A"/>
                </a:solidFill>
                <a:latin typeface="Aptos"/>
                <a:ea typeface="Aptos"/>
                <a:cs typeface="Aptos"/>
              </a:defRPr>
            </a:pPr>
            <a:r>
              <a:rPr sz="3600" b="1" i="0">
                <a:solidFill>
                  <a:srgbClr val="0B1F3A"/>
                </a:solidFill>
                <a:latin typeface="Aptos"/>
                <a:ea typeface="Aptos"/>
                <a:cs typeface="Aptos"/>
              </a:rPr>
              <a:t>Kho dữ liệu tạo nền tảng cho nhiều tình huống học tập</a:t>
            </a:r>
          </a:p>
        </p:txBody>
      </p:sp>
      <p:sp>
        <p:nvSpPr>
          <p:cNvPr id="4" name="">
            <a:extLst xmlns:a="http://schemas.openxmlformats.org/drawingml/2006/main">
              <a:ext uri="{FF2B5EF4-FFF2-40B4-BE49-F238E27FC236}">
                <a16:creationId xmlns:a16="http://schemas.microsoft.com/office/drawing/2014/main" id="{106B3FA8-97F9-45E6-B3D2-74B4FA735946}"/>
              </a:ext>
            </a:extLst>
          </p:cNvPr>
          <p:cNvSpPr>
            <a:spLocks xmlns:a="http://schemas.openxmlformats.org/drawingml/2006/main" noGrp="1"/>
          </p:cNvSpPr>
          <p:nvPr/>
        </p:nvSpPr>
        <p:spPr>
          <a:xfrm xmlns:a="http://schemas.openxmlformats.org/drawingml/2006/main">
            <a:off x="609600" y="1495425"/>
            <a:ext cx="10972800" cy="19050"/>
          </a:xfrm>
          <a:prstGeom xmlns:a="http://schemas.openxmlformats.org/drawingml/2006/main" prst="rect">
            <a:avLst/>
          </a:prstGeom>
          <a:solidFill xmlns:a="http://schemas.openxmlformats.org/drawingml/2006/main">
            <a:srgbClr val="E2E8F0"/>
          </a:solidFill>
          <a:ln xmlns:a="http://schemas.openxmlformats.org/drawingml/2006/main" w="0">
            <a:solidFill>
              <a:srgbClr val="E2E8F0"/>
            </a:solidFill>
            <a:prstDash val="solid"/>
          </a:ln>
        </p:spPr>
      </p:sp>
      <p:sp>
        <p:nvSpPr>
          <p:cNvPr id="5" name="">
            <a:extLst xmlns:a="http://schemas.openxmlformats.org/drawingml/2006/main">
              <a:ext uri="{FF2B5EF4-FFF2-40B4-BE49-F238E27FC236}">
                <a16:creationId xmlns:a16="http://schemas.microsoft.com/office/drawing/2014/main" id="{4CD91CCE-A6DA-4A35-9720-79BA2579D57B}"/>
              </a:ext>
            </a:extLst>
          </p:cNvPr>
          <p:cNvSpPr>
            <a:spLocks xmlns:a="http://schemas.openxmlformats.org/drawingml/2006/main" noGrp="1"/>
          </p:cNvSpPr>
          <p:nvPr/>
        </p:nvSpPr>
        <p:spPr>
          <a:xfrm xmlns:a="http://schemas.openxmlformats.org/drawingml/2006/main">
            <a:off x="609600" y="1495425"/>
            <a:ext cx="1143000" cy="38100"/>
          </a:xfrm>
          <a:prstGeom xmlns:a="http://schemas.openxmlformats.org/drawingml/2006/main" prst="rect">
            <a:avLst/>
          </a:prstGeom>
          <a:solidFill xmlns:a="http://schemas.openxmlformats.org/drawingml/2006/main">
            <a:srgbClr val="2563EB"/>
          </a:solidFill>
          <a:ln xmlns:a="http://schemas.openxmlformats.org/drawingml/2006/main" w="0">
            <a:solidFill>
              <a:srgbClr val="2563EB"/>
            </a:solidFill>
            <a:prstDash val="solid"/>
          </a:ln>
        </p:spPr>
      </p:sp>
      <p:sp>
        <p:nvSpPr>
          <p:cNvPr id="6" name="">
            <a:extLst xmlns:a="http://schemas.openxmlformats.org/drawingml/2006/main">
              <a:ext uri="{FF2B5EF4-FFF2-40B4-BE49-F238E27FC236}">
                <a16:creationId xmlns:a16="http://schemas.microsoft.com/office/drawing/2014/main" id="{61BAD070-F6A7-4363-90A0-B1C218FE58E2}"/>
              </a:ext>
            </a:extLst>
          </p:cNvPr>
          <p:cNvSpPr>
            <a:spLocks xmlns:a="http://schemas.openxmlformats.org/drawingml/2006/main" noGrp="1"/>
          </p:cNvSpPr>
          <p:nvPr/>
        </p:nvSpPr>
        <p:spPr>
          <a:xfrm xmlns:a="http://schemas.openxmlformats.org/drawingml/2006/main">
            <a:off x="609600" y="6543675"/>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1" i="0">
                <a:solidFill>
                  <a:srgbClr val="94A3B8"/>
                </a:solidFill>
                <a:latin typeface="Aptos"/>
                <a:ea typeface="Aptos"/>
                <a:cs typeface="Aptos"/>
              </a:defRPr>
            </a:pPr>
            <a:r>
              <a:rPr sz="1125" b="1" i="0">
                <a:solidFill>
                  <a:srgbClr val="94A3B8"/>
                </a:solidFill>
                <a:latin typeface="Aptos"/>
                <a:ea typeface="Aptos"/>
                <a:cs typeface="Aptos"/>
              </a:rPr>
              <a:t>VOCAB APP  •  ĐỒ ÁN KHÓA LUẬN</a:t>
            </a:r>
          </a:p>
        </p:txBody>
      </p:sp>
      <p:sp>
        <p:nvSpPr>
          <p:cNvPr id="7" name="">
            <a:extLst xmlns:a="http://schemas.openxmlformats.org/drawingml/2006/main">
              <a:ext uri="{FF2B5EF4-FFF2-40B4-BE49-F238E27FC236}">
                <a16:creationId xmlns:a16="http://schemas.microsoft.com/office/drawing/2014/main" id="{4C353B7A-44F4-4CDB-88C4-0F9DBB8AE361}"/>
              </a:ext>
            </a:extLst>
          </p:cNvPr>
          <p:cNvSpPr>
            <a:spLocks xmlns:a="http://schemas.openxmlformats.org/drawingml/2006/main" noGrp="1"/>
          </p:cNvSpPr>
          <p:nvPr/>
        </p:nvSpPr>
        <p:spPr>
          <a:xfrm xmlns:a="http://schemas.openxmlformats.org/drawingml/2006/main">
            <a:off x="11144250" y="6486525"/>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1" i="0">
                <a:solidFill>
                  <a:srgbClr val="64748B"/>
                </a:solidFill>
                <a:latin typeface="Aptos"/>
                <a:ea typeface="Aptos"/>
                <a:cs typeface="Aptos"/>
              </a:defRPr>
            </a:pPr>
            <a:r>
              <a:rPr sz="1350" b="1" i="0">
                <a:solidFill>
                  <a:srgbClr val="64748B"/>
                </a:solidFill>
                <a:latin typeface="Aptos"/>
                <a:ea typeface="Aptos"/>
                <a:cs typeface="Aptos"/>
              </a:rPr>
              <a:t>05</a:t>
            </a:r>
          </a:p>
        </p:txBody>
      </p:sp>
      <p:sp>
        <p:nvSpPr>
          <p:cNvPr id="8" name="">
            <a:extLst xmlns:a="http://schemas.openxmlformats.org/drawingml/2006/main">
              <a:ext uri="{FF2B5EF4-FFF2-40B4-BE49-F238E27FC236}">
                <a16:creationId xmlns:a16="http://schemas.microsoft.com/office/drawing/2014/main" id="{3B9ED95B-DDEF-4057-B92D-6D4D759E8233}"/>
              </a:ext>
            </a:extLst>
          </p:cNvPr>
          <p:cNvSpPr>
            <a:spLocks xmlns:a="http://schemas.openxmlformats.org/drawingml/2006/main" noGrp="1"/>
          </p:cNvSpPr>
          <p:nvPr/>
        </p:nvSpPr>
        <p:spPr>
          <a:xfrm xmlns:a="http://schemas.openxmlformats.org/drawingml/2006/main">
            <a:off x="609600" y="1924050"/>
            <a:ext cx="2552700" cy="1828800"/>
          </a:xfrm>
          <a:prstGeom xmlns:a="http://schemas.openxmlformats.org/drawingml/2006/main" prst="roundRect">
            <a:avLst>
              <a:gd name="adj" fmla="val 10417"/>
            </a:avLst>
          </a:prstGeom>
          <a:solidFill xmlns:a="http://schemas.openxmlformats.org/drawingml/2006/main">
            <a:srgbClr val="EFF6FF"/>
          </a:solidFill>
          <a:ln xmlns:a="http://schemas.openxmlformats.org/drawingml/2006/main" w="13335">
            <a:solidFill>
              <a:srgbClr val="93C5FD"/>
            </a:solidFill>
            <a:prstDash val="solid"/>
          </a:ln>
        </p:spPr>
      </p:sp>
      <p:sp>
        <p:nvSpPr>
          <p:cNvPr id="9" name="">
            <a:extLst xmlns:a="http://schemas.openxmlformats.org/drawingml/2006/main">
              <a:ext uri="{FF2B5EF4-FFF2-40B4-BE49-F238E27FC236}">
                <a16:creationId xmlns:a16="http://schemas.microsoft.com/office/drawing/2014/main" id="{F639A845-810A-4E7E-96A4-9ADFD1CE83B0}"/>
              </a:ext>
            </a:extLst>
          </p:cNvPr>
          <p:cNvSpPr>
            <a:spLocks xmlns:a="http://schemas.openxmlformats.org/drawingml/2006/main" noGrp="1"/>
          </p:cNvSpPr>
          <p:nvPr/>
        </p:nvSpPr>
        <p:spPr>
          <a:xfrm xmlns:a="http://schemas.openxmlformats.org/drawingml/2006/main">
            <a:off x="609600" y="1924050"/>
            <a:ext cx="76200" cy="182880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sp>
      <p:sp>
        <p:nvSpPr>
          <p:cNvPr id="10" name="">
            <a:extLst xmlns:a="http://schemas.openxmlformats.org/drawingml/2006/main">
              <a:ext uri="{FF2B5EF4-FFF2-40B4-BE49-F238E27FC236}">
                <a16:creationId xmlns:a16="http://schemas.microsoft.com/office/drawing/2014/main" id="{9BFEE96E-4BBA-45F9-B6D2-2FD8C9CA3F0E}"/>
              </a:ext>
            </a:extLst>
          </p:cNvPr>
          <p:cNvSpPr>
            <a:spLocks xmlns:a="http://schemas.openxmlformats.org/drawingml/2006/main" noGrp="1"/>
          </p:cNvSpPr>
          <p:nvPr/>
        </p:nvSpPr>
        <p:spPr>
          <a:xfrm xmlns:a="http://schemas.openxmlformats.org/drawingml/2006/main">
            <a:off x="838200" y="2190750"/>
            <a:ext cx="2095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i="0">
                <a:solidFill>
                  <a:srgbClr val="0B1F3A"/>
                </a:solidFill>
                <a:latin typeface="Aptos"/>
                <a:ea typeface="Aptos"/>
                <a:cs typeface="Aptos"/>
              </a:defRPr>
            </a:pPr>
            <a:r>
              <a:rPr sz="2850" b="1" i="0">
                <a:solidFill>
                  <a:srgbClr val="0B1F3A"/>
                </a:solidFill>
                <a:latin typeface="Aptos"/>
                <a:ea typeface="Aptos"/>
                <a:cs typeface="Aptos"/>
              </a:rPr>
              <a:t>1.334.872</a:t>
            </a:r>
          </a:p>
        </p:txBody>
      </p:sp>
      <p:sp>
        <p:nvSpPr>
          <p:cNvPr id="11" name="">
            <a:extLst xmlns:a="http://schemas.openxmlformats.org/drawingml/2006/main">
              <a:ext uri="{FF2B5EF4-FFF2-40B4-BE49-F238E27FC236}">
                <a16:creationId xmlns:a16="http://schemas.microsoft.com/office/drawing/2014/main" id="{0ABB4F88-FFFB-45EE-A437-D106DBD50F3C}"/>
              </a:ext>
            </a:extLst>
          </p:cNvPr>
          <p:cNvSpPr>
            <a:spLocks xmlns:a="http://schemas.openxmlformats.org/drawingml/2006/main" noGrp="1"/>
          </p:cNvSpPr>
          <p:nvPr/>
        </p:nvSpPr>
        <p:spPr>
          <a:xfrm xmlns:a="http://schemas.openxmlformats.org/drawingml/2006/main">
            <a:off x="838200" y="2857500"/>
            <a:ext cx="2095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i="0">
                <a:solidFill>
                  <a:srgbClr val="2563EB"/>
                </a:solidFill>
                <a:latin typeface="Aptos"/>
                <a:ea typeface="Aptos"/>
                <a:cs typeface="Aptos"/>
              </a:defRPr>
            </a:pPr>
            <a:r>
              <a:rPr sz="1725" b="1" i="0">
                <a:solidFill>
                  <a:srgbClr val="2563EB"/>
                </a:solidFill>
                <a:latin typeface="Aptos"/>
                <a:ea typeface="Aptos"/>
                <a:cs typeface="Aptos"/>
              </a:rPr>
              <a:t>từ phân biệt</a:t>
            </a:r>
          </a:p>
        </p:txBody>
      </p:sp>
      <p:sp>
        <p:nvSpPr>
          <p:cNvPr id="12" name="">
            <a:extLst xmlns:a="http://schemas.openxmlformats.org/drawingml/2006/main">
              <a:ext uri="{FF2B5EF4-FFF2-40B4-BE49-F238E27FC236}">
                <a16:creationId xmlns:a16="http://schemas.microsoft.com/office/drawing/2014/main" id="{3CDB917E-2DF4-499F-AE1D-BF3FF28A849F}"/>
              </a:ext>
            </a:extLst>
          </p:cNvPr>
          <p:cNvSpPr>
            <a:spLocks xmlns:a="http://schemas.openxmlformats.org/drawingml/2006/main" noGrp="1"/>
          </p:cNvSpPr>
          <p:nvPr/>
        </p:nvSpPr>
        <p:spPr>
          <a:xfrm xmlns:a="http://schemas.openxmlformats.org/drawingml/2006/main">
            <a:off x="838200" y="327660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i="0">
                <a:solidFill>
                  <a:srgbClr val="64748B"/>
                </a:solidFill>
                <a:latin typeface="Aptos"/>
                <a:ea typeface="Aptos"/>
                <a:cs typeface="Aptos"/>
              </a:defRPr>
            </a:pPr>
            <a:r>
              <a:rPr sz="1275" b="0" i="0">
                <a:solidFill>
                  <a:srgbClr val="64748B"/>
                </a:solidFill>
                <a:latin typeface="Aptos"/>
                <a:ea typeface="Aptos"/>
                <a:cs typeface="Aptos"/>
              </a:rPr>
              <a:t>COUNT(DISTINCT word)</a:t>
            </a:r>
          </a:p>
        </p:txBody>
      </p:sp>
      <p:sp>
        <p:nvSpPr>
          <p:cNvPr id="13" name="">
            <a:extLst xmlns:a="http://schemas.openxmlformats.org/drawingml/2006/main">
              <a:ext uri="{FF2B5EF4-FFF2-40B4-BE49-F238E27FC236}">
                <a16:creationId xmlns:a16="http://schemas.microsoft.com/office/drawing/2014/main" id="{46F94675-9F6E-4D32-BAD8-8F31E76B9859}"/>
              </a:ext>
            </a:extLst>
          </p:cNvPr>
          <p:cNvSpPr>
            <a:spLocks xmlns:a="http://schemas.openxmlformats.org/drawingml/2006/main" noGrp="1"/>
          </p:cNvSpPr>
          <p:nvPr/>
        </p:nvSpPr>
        <p:spPr>
          <a:xfrm xmlns:a="http://schemas.openxmlformats.org/drawingml/2006/main">
            <a:off x="3371850" y="1924050"/>
            <a:ext cx="2552700" cy="1828800"/>
          </a:xfrm>
          <a:prstGeom xmlns:a="http://schemas.openxmlformats.org/drawingml/2006/main" prst="roundRect">
            <a:avLst>
              <a:gd name="adj" fmla="val 10417"/>
            </a:avLst>
          </a:prstGeom>
          <a:solidFill xmlns:a="http://schemas.openxmlformats.org/drawingml/2006/main">
            <a:srgbClr val="F8FAFC"/>
          </a:solidFill>
          <a:ln xmlns:a="http://schemas.openxmlformats.org/drawingml/2006/main" w="13335">
            <a:solidFill>
              <a:srgbClr val="E2E8F0"/>
            </a:solidFill>
            <a:prstDash val="solid"/>
          </a:ln>
        </p:spPr>
      </p:sp>
      <p:sp>
        <p:nvSpPr>
          <p:cNvPr id="14" name="">
            <a:extLst xmlns:a="http://schemas.openxmlformats.org/drawingml/2006/main">
              <a:ext uri="{FF2B5EF4-FFF2-40B4-BE49-F238E27FC236}">
                <a16:creationId xmlns:a16="http://schemas.microsoft.com/office/drawing/2014/main" id="{4C3E200D-CCD3-4CF8-9C4B-C6A3FD0E672F}"/>
              </a:ext>
            </a:extLst>
          </p:cNvPr>
          <p:cNvSpPr>
            <a:spLocks xmlns:a="http://schemas.openxmlformats.org/drawingml/2006/main" noGrp="1"/>
          </p:cNvSpPr>
          <p:nvPr/>
        </p:nvSpPr>
        <p:spPr>
          <a:xfrm xmlns:a="http://schemas.openxmlformats.org/drawingml/2006/main">
            <a:off x="3371850" y="1924050"/>
            <a:ext cx="76200" cy="1828800"/>
          </a:xfrm>
          <a:prstGeom xmlns:a="http://schemas.openxmlformats.org/drawingml/2006/main" prst="roundRect">
            <a:avLst>
              <a:gd name="adj" fmla="val 50000"/>
            </a:avLst>
          </a:prstGeom>
          <a:solidFill xmlns:a="http://schemas.openxmlformats.org/drawingml/2006/main">
            <a:srgbClr val="0891B2"/>
          </a:solidFill>
          <a:ln xmlns:a="http://schemas.openxmlformats.org/drawingml/2006/main" w="0">
            <a:solidFill>
              <a:srgbClr val="0891B2"/>
            </a:solidFill>
            <a:prstDash val="solid"/>
          </a:ln>
        </p:spPr>
      </p:sp>
      <p:sp>
        <p:nvSpPr>
          <p:cNvPr id="15" name="">
            <a:extLst xmlns:a="http://schemas.openxmlformats.org/drawingml/2006/main">
              <a:ext uri="{FF2B5EF4-FFF2-40B4-BE49-F238E27FC236}">
                <a16:creationId xmlns:a16="http://schemas.microsoft.com/office/drawing/2014/main" id="{AADBCB5D-5D0D-4C71-822E-785415F857C5}"/>
              </a:ext>
            </a:extLst>
          </p:cNvPr>
          <p:cNvSpPr>
            <a:spLocks xmlns:a="http://schemas.openxmlformats.org/drawingml/2006/main" noGrp="1"/>
          </p:cNvSpPr>
          <p:nvPr/>
        </p:nvSpPr>
        <p:spPr>
          <a:xfrm xmlns:a="http://schemas.openxmlformats.org/drawingml/2006/main">
            <a:off x="3600450" y="2190750"/>
            <a:ext cx="2095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i="0">
                <a:solidFill>
                  <a:srgbClr val="0B1F3A"/>
                </a:solidFill>
                <a:latin typeface="Aptos"/>
                <a:ea typeface="Aptos"/>
                <a:cs typeface="Aptos"/>
              </a:defRPr>
            </a:pPr>
            <a:r>
              <a:rPr sz="2850" b="1" i="0">
                <a:solidFill>
                  <a:srgbClr val="0B1F3A"/>
                </a:solidFill>
                <a:latin typeface="Aptos"/>
                <a:ea typeface="Aptos"/>
                <a:cs typeface="Aptos"/>
              </a:rPr>
              <a:t>1.473.332</a:t>
            </a:r>
          </a:p>
        </p:txBody>
      </p:sp>
      <p:sp>
        <p:nvSpPr>
          <p:cNvPr id="16" name="">
            <a:extLst xmlns:a="http://schemas.openxmlformats.org/drawingml/2006/main">
              <a:ext uri="{FF2B5EF4-FFF2-40B4-BE49-F238E27FC236}">
                <a16:creationId xmlns:a16="http://schemas.microsoft.com/office/drawing/2014/main" id="{DC391698-2EDE-49CA-9513-124F52A52EDE}"/>
              </a:ext>
            </a:extLst>
          </p:cNvPr>
          <p:cNvSpPr>
            <a:spLocks xmlns:a="http://schemas.openxmlformats.org/drawingml/2006/main" noGrp="1"/>
          </p:cNvSpPr>
          <p:nvPr/>
        </p:nvSpPr>
        <p:spPr>
          <a:xfrm xmlns:a="http://schemas.openxmlformats.org/drawingml/2006/main">
            <a:off x="3600450" y="2857500"/>
            <a:ext cx="2095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i="0">
                <a:solidFill>
                  <a:srgbClr val="0891B2"/>
                </a:solidFill>
                <a:latin typeface="Aptos"/>
                <a:ea typeface="Aptos"/>
                <a:cs typeface="Aptos"/>
              </a:defRPr>
            </a:pPr>
            <a:r>
              <a:rPr sz="1725" b="1" i="0">
                <a:solidFill>
                  <a:srgbClr val="0891B2"/>
                </a:solidFill>
                <a:latin typeface="Aptos"/>
                <a:ea typeface="Aptos"/>
                <a:cs typeface="Aptos"/>
              </a:rPr>
              <a:t>dòng words</a:t>
            </a:r>
          </a:p>
        </p:txBody>
      </p:sp>
      <p:sp>
        <p:nvSpPr>
          <p:cNvPr id="17" name="">
            <a:extLst xmlns:a="http://schemas.openxmlformats.org/drawingml/2006/main">
              <a:ext uri="{FF2B5EF4-FFF2-40B4-BE49-F238E27FC236}">
                <a16:creationId xmlns:a16="http://schemas.microsoft.com/office/drawing/2014/main" id="{4124E012-FEED-4A8F-AC77-0B35433AF45E}"/>
              </a:ext>
            </a:extLst>
          </p:cNvPr>
          <p:cNvSpPr>
            <a:spLocks xmlns:a="http://schemas.openxmlformats.org/drawingml/2006/main" noGrp="1"/>
          </p:cNvSpPr>
          <p:nvPr/>
        </p:nvSpPr>
        <p:spPr>
          <a:xfrm xmlns:a="http://schemas.openxmlformats.org/drawingml/2006/main">
            <a:off x="3600450" y="327660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i="0">
                <a:solidFill>
                  <a:srgbClr val="64748B"/>
                </a:solidFill>
                <a:latin typeface="Aptos"/>
                <a:ea typeface="Aptos"/>
                <a:cs typeface="Aptos"/>
              </a:defRPr>
            </a:pPr>
            <a:r>
              <a:rPr sz="1275" b="0" i="0">
                <a:solidFill>
                  <a:srgbClr val="64748B"/>
                </a:solidFill>
                <a:latin typeface="Aptos"/>
                <a:ea typeface="Aptos"/>
                <a:cs typeface="Aptos"/>
              </a:rPr>
              <a:t>COUNT(*) FROM words</a:t>
            </a:r>
          </a:p>
        </p:txBody>
      </p:sp>
      <p:sp>
        <p:nvSpPr>
          <p:cNvPr id="18" name="">
            <a:extLst xmlns:a="http://schemas.openxmlformats.org/drawingml/2006/main">
              <a:ext uri="{FF2B5EF4-FFF2-40B4-BE49-F238E27FC236}">
                <a16:creationId xmlns:a16="http://schemas.microsoft.com/office/drawing/2014/main" id="{854790F1-4DB4-439D-9918-A964862D8DFB}"/>
              </a:ext>
            </a:extLst>
          </p:cNvPr>
          <p:cNvSpPr>
            <a:spLocks xmlns:a="http://schemas.openxmlformats.org/drawingml/2006/main" noGrp="1"/>
          </p:cNvSpPr>
          <p:nvPr/>
        </p:nvSpPr>
        <p:spPr>
          <a:xfrm xmlns:a="http://schemas.openxmlformats.org/drawingml/2006/main">
            <a:off x="6134100" y="1924050"/>
            <a:ext cx="2552700" cy="1828800"/>
          </a:xfrm>
          <a:prstGeom xmlns:a="http://schemas.openxmlformats.org/drawingml/2006/main" prst="roundRect">
            <a:avLst>
              <a:gd name="adj" fmla="val 10417"/>
            </a:avLst>
          </a:prstGeom>
          <a:solidFill xmlns:a="http://schemas.openxmlformats.org/drawingml/2006/main">
            <a:srgbClr val="F8FAFC"/>
          </a:solidFill>
          <a:ln xmlns:a="http://schemas.openxmlformats.org/drawingml/2006/main" w="13335">
            <a:solidFill>
              <a:srgbClr val="E2E8F0"/>
            </a:solidFill>
            <a:prstDash val="solid"/>
          </a:ln>
        </p:spPr>
      </p:sp>
      <p:sp>
        <p:nvSpPr>
          <p:cNvPr id="19" name="">
            <a:extLst xmlns:a="http://schemas.openxmlformats.org/drawingml/2006/main">
              <a:ext uri="{FF2B5EF4-FFF2-40B4-BE49-F238E27FC236}">
                <a16:creationId xmlns:a16="http://schemas.microsoft.com/office/drawing/2014/main" id="{C720F116-D6ED-47C9-98DA-5A48CB09ABA1}"/>
              </a:ext>
            </a:extLst>
          </p:cNvPr>
          <p:cNvSpPr>
            <a:spLocks xmlns:a="http://schemas.openxmlformats.org/drawingml/2006/main" noGrp="1"/>
          </p:cNvSpPr>
          <p:nvPr/>
        </p:nvSpPr>
        <p:spPr>
          <a:xfrm xmlns:a="http://schemas.openxmlformats.org/drawingml/2006/main">
            <a:off x="6134100" y="1924050"/>
            <a:ext cx="76200" cy="1828800"/>
          </a:xfrm>
          <a:prstGeom xmlns:a="http://schemas.openxmlformats.org/drawingml/2006/main" prst="roundRect">
            <a:avLst>
              <a:gd name="adj" fmla="val 50000"/>
            </a:avLst>
          </a:prstGeom>
          <a:solidFill xmlns:a="http://schemas.openxmlformats.org/drawingml/2006/main">
            <a:srgbClr val="059669"/>
          </a:solidFill>
          <a:ln xmlns:a="http://schemas.openxmlformats.org/drawingml/2006/main" w="0">
            <a:solidFill>
              <a:srgbClr val="059669"/>
            </a:solidFill>
            <a:prstDash val="solid"/>
          </a:ln>
        </p:spPr>
      </p:sp>
      <p:sp>
        <p:nvSpPr>
          <p:cNvPr id="20" name="">
            <a:extLst xmlns:a="http://schemas.openxmlformats.org/drawingml/2006/main">
              <a:ext uri="{FF2B5EF4-FFF2-40B4-BE49-F238E27FC236}">
                <a16:creationId xmlns:a16="http://schemas.microsoft.com/office/drawing/2014/main" id="{F0F1815B-C933-4931-9B9D-57DC9140E5ED}"/>
              </a:ext>
            </a:extLst>
          </p:cNvPr>
          <p:cNvSpPr>
            <a:spLocks xmlns:a="http://schemas.openxmlformats.org/drawingml/2006/main" noGrp="1"/>
          </p:cNvSpPr>
          <p:nvPr/>
        </p:nvSpPr>
        <p:spPr>
          <a:xfrm xmlns:a="http://schemas.openxmlformats.org/drawingml/2006/main">
            <a:off x="6362700" y="2190750"/>
            <a:ext cx="2095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i="0">
                <a:solidFill>
                  <a:srgbClr val="0B1F3A"/>
                </a:solidFill>
                <a:latin typeface="Aptos"/>
                <a:ea typeface="Aptos"/>
                <a:cs typeface="Aptos"/>
              </a:defRPr>
            </a:pPr>
            <a:r>
              <a:rPr sz="2850" b="1" i="0">
                <a:solidFill>
                  <a:srgbClr val="0B1F3A"/>
                </a:solidFill>
                <a:latin typeface="Aptos"/>
                <a:ea typeface="Aptos"/>
                <a:cs typeface="Aptos"/>
              </a:rPr>
              <a:t>1.762.690</a:t>
            </a:r>
          </a:p>
        </p:txBody>
      </p:sp>
      <p:sp>
        <p:nvSpPr>
          <p:cNvPr id="21" name="">
            <a:extLst xmlns:a="http://schemas.openxmlformats.org/drawingml/2006/main">
              <a:ext uri="{FF2B5EF4-FFF2-40B4-BE49-F238E27FC236}">
                <a16:creationId xmlns:a16="http://schemas.microsoft.com/office/drawing/2014/main" id="{1B11CCD5-DAF8-4CD2-AEC2-D0830FEB72FE}"/>
              </a:ext>
            </a:extLst>
          </p:cNvPr>
          <p:cNvSpPr>
            <a:spLocks xmlns:a="http://schemas.openxmlformats.org/drawingml/2006/main" noGrp="1"/>
          </p:cNvSpPr>
          <p:nvPr/>
        </p:nvSpPr>
        <p:spPr>
          <a:xfrm xmlns:a="http://schemas.openxmlformats.org/drawingml/2006/main">
            <a:off x="6362700" y="2857500"/>
            <a:ext cx="2095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i="0">
                <a:solidFill>
                  <a:srgbClr val="059669"/>
                </a:solidFill>
                <a:latin typeface="Aptos"/>
                <a:ea typeface="Aptos"/>
                <a:cs typeface="Aptos"/>
              </a:defRPr>
            </a:pPr>
            <a:r>
              <a:rPr sz="1725" b="1" i="0">
                <a:solidFill>
                  <a:srgbClr val="059669"/>
                </a:solidFill>
                <a:latin typeface="Aptos"/>
                <a:ea typeface="Aptos"/>
                <a:cs typeface="Aptos"/>
              </a:rPr>
              <a:t>word_senses</a:t>
            </a:r>
          </a:p>
        </p:txBody>
      </p:sp>
      <p:sp>
        <p:nvSpPr>
          <p:cNvPr id="22" name="">
            <a:extLst xmlns:a="http://schemas.openxmlformats.org/drawingml/2006/main">
              <a:ext uri="{FF2B5EF4-FFF2-40B4-BE49-F238E27FC236}">
                <a16:creationId xmlns:a16="http://schemas.microsoft.com/office/drawing/2014/main" id="{C7543198-4E97-4390-9748-A12B6A4B5C14}"/>
              </a:ext>
            </a:extLst>
          </p:cNvPr>
          <p:cNvSpPr>
            <a:spLocks xmlns:a="http://schemas.openxmlformats.org/drawingml/2006/main" noGrp="1"/>
          </p:cNvSpPr>
          <p:nvPr/>
        </p:nvSpPr>
        <p:spPr>
          <a:xfrm xmlns:a="http://schemas.openxmlformats.org/drawingml/2006/main">
            <a:off x="6362700" y="327660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i="0">
                <a:solidFill>
                  <a:srgbClr val="64748B"/>
                </a:solidFill>
                <a:latin typeface="Aptos"/>
                <a:ea typeface="Aptos"/>
                <a:cs typeface="Aptos"/>
              </a:defRPr>
            </a:pPr>
            <a:r>
              <a:rPr sz="1275" b="0" i="0">
                <a:solidFill>
                  <a:srgbClr val="64748B"/>
                </a:solidFill>
                <a:latin typeface="Aptos"/>
                <a:ea typeface="Aptos"/>
                <a:cs typeface="Aptos"/>
              </a:rPr>
              <a:t>các nghĩa đã chuẩn hóa</a:t>
            </a:r>
          </a:p>
        </p:txBody>
      </p:sp>
      <p:sp>
        <p:nvSpPr>
          <p:cNvPr id="23" name="">
            <a:extLst xmlns:a="http://schemas.openxmlformats.org/drawingml/2006/main">
              <a:ext uri="{FF2B5EF4-FFF2-40B4-BE49-F238E27FC236}">
                <a16:creationId xmlns:a16="http://schemas.microsoft.com/office/drawing/2014/main" id="{A5A3C9CA-ACC5-4B7B-A9E4-04190A2AF1F6}"/>
              </a:ext>
            </a:extLst>
          </p:cNvPr>
          <p:cNvSpPr>
            <a:spLocks xmlns:a="http://schemas.openxmlformats.org/drawingml/2006/main" noGrp="1"/>
          </p:cNvSpPr>
          <p:nvPr/>
        </p:nvSpPr>
        <p:spPr>
          <a:xfrm xmlns:a="http://schemas.openxmlformats.org/drawingml/2006/main">
            <a:off x="8896350" y="1924050"/>
            <a:ext cx="2552700" cy="1828800"/>
          </a:xfrm>
          <a:prstGeom xmlns:a="http://schemas.openxmlformats.org/drawingml/2006/main" prst="roundRect">
            <a:avLst>
              <a:gd name="adj" fmla="val 10417"/>
            </a:avLst>
          </a:prstGeom>
          <a:solidFill xmlns:a="http://schemas.openxmlformats.org/drawingml/2006/main">
            <a:srgbClr val="F8FAFC"/>
          </a:solidFill>
          <a:ln xmlns:a="http://schemas.openxmlformats.org/drawingml/2006/main" w="13335">
            <a:solidFill>
              <a:srgbClr val="E2E8F0"/>
            </a:solidFill>
            <a:prstDash val="solid"/>
          </a:ln>
        </p:spPr>
      </p:sp>
      <p:sp>
        <p:nvSpPr>
          <p:cNvPr id="24" name="">
            <a:extLst xmlns:a="http://schemas.openxmlformats.org/drawingml/2006/main">
              <a:ext uri="{FF2B5EF4-FFF2-40B4-BE49-F238E27FC236}">
                <a16:creationId xmlns:a16="http://schemas.microsoft.com/office/drawing/2014/main" id="{51A05052-63E1-4776-B8F0-553122C755F4}"/>
              </a:ext>
            </a:extLst>
          </p:cNvPr>
          <p:cNvSpPr>
            <a:spLocks xmlns:a="http://schemas.openxmlformats.org/drawingml/2006/main" noGrp="1"/>
          </p:cNvSpPr>
          <p:nvPr/>
        </p:nvSpPr>
        <p:spPr>
          <a:xfrm xmlns:a="http://schemas.openxmlformats.org/drawingml/2006/main">
            <a:off x="8896350" y="1924050"/>
            <a:ext cx="76200" cy="1828800"/>
          </a:xfrm>
          <a:prstGeom xmlns:a="http://schemas.openxmlformats.org/drawingml/2006/main" prst="roundRect">
            <a:avLst>
              <a:gd name="adj" fmla="val 50000"/>
            </a:avLst>
          </a:prstGeom>
          <a:solidFill xmlns:a="http://schemas.openxmlformats.org/drawingml/2006/main">
            <a:srgbClr val="D97706"/>
          </a:solidFill>
          <a:ln xmlns:a="http://schemas.openxmlformats.org/drawingml/2006/main" w="0">
            <a:solidFill>
              <a:srgbClr val="D97706"/>
            </a:solidFill>
            <a:prstDash val="solid"/>
          </a:ln>
        </p:spPr>
      </p:sp>
      <p:sp>
        <p:nvSpPr>
          <p:cNvPr id="25" name="">
            <a:extLst xmlns:a="http://schemas.openxmlformats.org/drawingml/2006/main">
              <a:ext uri="{FF2B5EF4-FFF2-40B4-BE49-F238E27FC236}">
                <a16:creationId xmlns:a16="http://schemas.microsoft.com/office/drawing/2014/main" id="{BFBC77A6-2FB9-4558-8CA5-D8EC26663530}"/>
              </a:ext>
            </a:extLst>
          </p:cNvPr>
          <p:cNvSpPr>
            <a:spLocks xmlns:a="http://schemas.openxmlformats.org/drawingml/2006/main" noGrp="1"/>
          </p:cNvSpPr>
          <p:nvPr/>
        </p:nvSpPr>
        <p:spPr>
          <a:xfrm xmlns:a="http://schemas.openxmlformats.org/drawingml/2006/main">
            <a:off x="9124950" y="2190750"/>
            <a:ext cx="2095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i="0">
                <a:solidFill>
                  <a:srgbClr val="0B1F3A"/>
                </a:solidFill>
                <a:latin typeface="Aptos"/>
                <a:ea typeface="Aptos"/>
                <a:cs typeface="Aptos"/>
              </a:defRPr>
            </a:pPr>
            <a:r>
              <a:rPr sz="2850" b="1" i="0">
                <a:solidFill>
                  <a:srgbClr val="0B1F3A"/>
                </a:solidFill>
                <a:latin typeface="Aptos"/>
                <a:ea typeface="Aptos"/>
                <a:cs typeface="Aptos"/>
              </a:rPr>
              <a:t>1.017.860</a:t>
            </a:r>
          </a:p>
        </p:txBody>
      </p:sp>
      <p:sp>
        <p:nvSpPr>
          <p:cNvPr id="26" name="">
            <a:extLst xmlns:a="http://schemas.openxmlformats.org/drawingml/2006/main">
              <a:ext uri="{FF2B5EF4-FFF2-40B4-BE49-F238E27FC236}">
                <a16:creationId xmlns:a16="http://schemas.microsoft.com/office/drawing/2014/main" id="{13427963-7FD2-4EB2-B2D1-1B1BE667527C}"/>
              </a:ext>
            </a:extLst>
          </p:cNvPr>
          <p:cNvSpPr>
            <a:spLocks xmlns:a="http://schemas.openxmlformats.org/drawingml/2006/main" noGrp="1"/>
          </p:cNvSpPr>
          <p:nvPr/>
        </p:nvSpPr>
        <p:spPr>
          <a:xfrm xmlns:a="http://schemas.openxmlformats.org/drawingml/2006/main">
            <a:off x="9124950" y="2857500"/>
            <a:ext cx="2095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i="0">
                <a:solidFill>
                  <a:srgbClr val="D97706"/>
                </a:solidFill>
                <a:latin typeface="Aptos"/>
                <a:ea typeface="Aptos"/>
                <a:cs typeface="Aptos"/>
              </a:defRPr>
            </a:pPr>
            <a:r>
              <a:rPr sz="1725" b="1" i="0">
                <a:solidFill>
                  <a:srgbClr val="D97706"/>
                </a:solidFill>
                <a:latin typeface="Aptos"/>
                <a:ea typeface="Aptos"/>
                <a:cs typeface="Aptos"/>
              </a:rPr>
              <a:t>word_examples</a:t>
            </a:r>
          </a:p>
        </p:txBody>
      </p:sp>
      <p:sp>
        <p:nvSpPr>
          <p:cNvPr id="27" name="">
            <a:extLst xmlns:a="http://schemas.openxmlformats.org/drawingml/2006/main">
              <a:ext uri="{FF2B5EF4-FFF2-40B4-BE49-F238E27FC236}">
                <a16:creationId xmlns:a16="http://schemas.microsoft.com/office/drawing/2014/main" id="{A4283182-2C1A-48A2-8D43-17C30EA846BD}"/>
              </a:ext>
            </a:extLst>
          </p:cNvPr>
          <p:cNvSpPr>
            <a:spLocks xmlns:a="http://schemas.openxmlformats.org/drawingml/2006/main" noGrp="1"/>
          </p:cNvSpPr>
          <p:nvPr/>
        </p:nvSpPr>
        <p:spPr>
          <a:xfrm xmlns:a="http://schemas.openxmlformats.org/drawingml/2006/main">
            <a:off x="9124950" y="3276600"/>
            <a:ext cx="209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i="0">
                <a:solidFill>
                  <a:srgbClr val="64748B"/>
                </a:solidFill>
                <a:latin typeface="Aptos"/>
                <a:ea typeface="Aptos"/>
                <a:cs typeface="Aptos"/>
              </a:defRPr>
            </a:pPr>
            <a:r>
              <a:rPr sz="1275" b="0" i="0">
                <a:solidFill>
                  <a:srgbClr val="64748B"/>
                </a:solidFill>
                <a:latin typeface="Aptos"/>
                <a:ea typeface="Aptos"/>
                <a:cs typeface="Aptos"/>
              </a:rPr>
              <a:t>ví dụ theo từng sense</a:t>
            </a:r>
          </a:p>
        </p:txBody>
      </p:sp>
      <p:sp>
        <p:nvSpPr>
          <p:cNvPr id="28" name="">
            <a:extLst xmlns:a="http://schemas.openxmlformats.org/drawingml/2006/main">
              <a:ext uri="{FF2B5EF4-FFF2-40B4-BE49-F238E27FC236}">
                <a16:creationId xmlns:a16="http://schemas.microsoft.com/office/drawing/2014/main" id="{A47AE153-9C66-4F4A-81AE-58C63B5F5619}"/>
              </a:ext>
            </a:extLst>
          </p:cNvPr>
          <p:cNvSpPr>
            <a:spLocks xmlns:a="http://schemas.openxmlformats.org/drawingml/2006/main" noGrp="1"/>
          </p:cNvSpPr>
          <p:nvPr/>
        </p:nvSpPr>
        <p:spPr>
          <a:xfrm xmlns:a="http://schemas.openxmlformats.org/drawingml/2006/main">
            <a:off x="609600" y="4114800"/>
            <a:ext cx="4000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i="0">
                <a:solidFill>
                  <a:srgbClr val="0B1F3A"/>
                </a:solidFill>
                <a:latin typeface="Aptos"/>
                <a:ea typeface="Aptos"/>
                <a:cs typeface="Aptos"/>
              </a:defRPr>
            </a:pPr>
            <a:r>
              <a:rPr sz="2025" b="1" i="0">
                <a:solidFill>
                  <a:srgbClr val="0B1F3A"/>
                </a:solidFill>
                <a:latin typeface="Aptos"/>
                <a:ea typeface="Aptos"/>
                <a:cs typeface="Aptos"/>
              </a:rPr>
              <a:t>Nội dung luyện tập bổ sung</a:t>
            </a:r>
          </a:p>
        </p:txBody>
      </p:sp>
      <p:sp>
        <p:nvSpPr>
          <p:cNvPr id="29" name="">
            <a:extLst xmlns:a="http://schemas.openxmlformats.org/drawingml/2006/main">
              <a:ext uri="{FF2B5EF4-FFF2-40B4-BE49-F238E27FC236}">
                <a16:creationId xmlns:a16="http://schemas.microsoft.com/office/drawing/2014/main" id="{BB56B9B1-20EE-4CB2-83D6-16B912296462}"/>
              </a:ext>
            </a:extLst>
          </p:cNvPr>
          <p:cNvSpPr>
            <a:spLocks xmlns:a="http://schemas.openxmlformats.org/drawingml/2006/main" noGrp="1"/>
          </p:cNvSpPr>
          <p:nvPr/>
        </p:nvSpPr>
        <p:spPr>
          <a:xfrm xmlns:a="http://schemas.openxmlformats.org/drawingml/2006/main">
            <a:off x="609600" y="4686300"/>
            <a:ext cx="2552700" cy="952500"/>
          </a:xfrm>
          <a:prstGeom xmlns:a="http://schemas.openxmlformats.org/drawingml/2006/main" prst="roundRect">
            <a:avLst>
              <a:gd name="adj" fmla="val 16000"/>
            </a:avLst>
          </a:prstGeom>
          <a:solidFill xmlns:a="http://schemas.openxmlformats.org/drawingml/2006/main">
            <a:srgbClr val="FFFFFF"/>
          </a:solidFill>
          <a:ln xmlns:a="http://schemas.openxmlformats.org/drawingml/2006/main" w="11430">
            <a:solidFill>
              <a:srgbClr val="E2E8F0"/>
            </a:solidFill>
            <a:prstDash val="solid"/>
          </a:ln>
        </p:spPr>
      </p:sp>
      <p:sp>
        <p:nvSpPr>
          <p:cNvPr id="30" name="">
            <a:extLst xmlns:a="http://schemas.openxmlformats.org/drawingml/2006/main">
              <a:ext uri="{FF2B5EF4-FFF2-40B4-BE49-F238E27FC236}">
                <a16:creationId xmlns:a16="http://schemas.microsoft.com/office/drawing/2014/main" id="{97C46924-5A56-4AB1-A1C8-2849878C1B12}"/>
              </a:ext>
            </a:extLst>
          </p:cNvPr>
          <p:cNvSpPr>
            <a:spLocks xmlns:a="http://schemas.openxmlformats.org/drawingml/2006/main" noGrp="1"/>
          </p:cNvSpPr>
          <p:nvPr/>
        </p:nvSpPr>
        <p:spPr>
          <a:xfrm xmlns:a="http://schemas.openxmlformats.org/drawingml/2006/main">
            <a:off x="781050" y="4857750"/>
            <a:ext cx="8382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i="0">
                <a:solidFill>
                  <a:srgbClr val="2563EB"/>
                </a:solidFill>
                <a:latin typeface="Aptos"/>
                <a:ea typeface="Aptos"/>
                <a:cs typeface="Aptos"/>
              </a:defRPr>
            </a:pPr>
            <a:r>
              <a:rPr sz="2175" b="1" i="0">
                <a:solidFill>
                  <a:srgbClr val="2563EB"/>
                </a:solidFill>
                <a:latin typeface="Aptos"/>
                <a:ea typeface="Aptos"/>
                <a:cs typeface="Aptos"/>
              </a:rPr>
              <a:t>1.383</a:t>
            </a:r>
          </a:p>
        </p:txBody>
      </p:sp>
      <p:sp>
        <p:nvSpPr>
          <p:cNvPr id="31" name="">
            <a:extLst xmlns:a="http://schemas.openxmlformats.org/drawingml/2006/main">
              <a:ext uri="{FF2B5EF4-FFF2-40B4-BE49-F238E27FC236}">
                <a16:creationId xmlns:a16="http://schemas.microsoft.com/office/drawing/2014/main" id="{E669ABEB-D33E-4BF0-8C24-7FB70517D32B}"/>
              </a:ext>
            </a:extLst>
          </p:cNvPr>
          <p:cNvSpPr>
            <a:spLocks xmlns:a="http://schemas.openxmlformats.org/drawingml/2006/main" noGrp="1"/>
          </p:cNvSpPr>
          <p:nvPr/>
        </p:nvSpPr>
        <p:spPr>
          <a:xfrm xmlns:a="http://schemas.openxmlformats.org/drawingml/2006/main">
            <a:off x="1676400" y="4810125"/>
            <a:ext cx="13144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25" b="1" i="0">
                <a:solidFill>
                  <a:srgbClr val="475569"/>
                </a:solidFill>
                <a:latin typeface="Aptos"/>
                <a:ea typeface="Aptos"/>
                <a:cs typeface="Aptos"/>
              </a:defRPr>
            </a:pPr>
            <a:r>
              <a:rPr sz="1425" b="1" i="0">
                <a:solidFill>
                  <a:srgbClr val="475569"/>
                </a:solidFill>
                <a:latin typeface="Aptos"/>
                <a:ea typeface="Aptos"/>
                <a:cs typeface="Aptos"/>
              </a:rPr>
              <a:t>Listening lessons</a:t>
            </a:r>
          </a:p>
        </p:txBody>
      </p:sp>
      <p:sp>
        <p:nvSpPr>
          <p:cNvPr id="32" name="">
            <a:extLst xmlns:a="http://schemas.openxmlformats.org/drawingml/2006/main">
              <a:ext uri="{FF2B5EF4-FFF2-40B4-BE49-F238E27FC236}">
                <a16:creationId xmlns:a16="http://schemas.microsoft.com/office/drawing/2014/main" id="{55A71B94-B0E0-4516-88BF-B9A9147E2571}"/>
              </a:ext>
            </a:extLst>
          </p:cNvPr>
          <p:cNvSpPr>
            <a:spLocks xmlns:a="http://schemas.openxmlformats.org/drawingml/2006/main" noGrp="1"/>
          </p:cNvSpPr>
          <p:nvPr/>
        </p:nvSpPr>
        <p:spPr>
          <a:xfrm xmlns:a="http://schemas.openxmlformats.org/drawingml/2006/main">
            <a:off x="3371850" y="4686300"/>
            <a:ext cx="2552700" cy="952500"/>
          </a:xfrm>
          <a:prstGeom xmlns:a="http://schemas.openxmlformats.org/drawingml/2006/main" prst="roundRect">
            <a:avLst>
              <a:gd name="adj" fmla="val 16000"/>
            </a:avLst>
          </a:prstGeom>
          <a:solidFill xmlns:a="http://schemas.openxmlformats.org/drawingml/2006/main">
            <a:srgbClr val="FFFFFF"/>
          </a:solidFill>
          <a:ln xmlns:a="http://schemas.openxmlformats.org/drawingml/2006/main" w="11430">
            <a:solidFill>
              <a:srgbClr val="E2E8F0"/>
            </a:solidFill>
            <a:prstDash val="solid"/>
          </a:ln>
        </p:spPr>
      </p:sp>
      <p:sp>
        <p:nvSpPr>
          <p:cNvPr id="33" name="">
            <a:extLst xmlns:a="http://schemas.openxmlformats.org/drawingml/2006/main">
              <a:ext uri="{FF2B5EF4-FFF2-40B4-BE49-F238E27FC236}">
                <a16:creationId xmlns:a16="http://schemas.microsoft.com/office/drawing/2014/main" id="{C1378BD9-1AEF-48E7-832E-7524D09A2745}"/>
              </a:ext>
            </a:extLst>
          </p:cNvPr>
          <p:cNvSpPr>
            <a:spLocks xmlns:a="http://schemas.openxmlformats.org/drawingml/2006/main" noGrp="1"/>
          </p:cNvSpPr>
          <p:nvPr/>
        </p:nvSpPr>
        <p:spPr>
          <a:xfrm xmlns:a="http://schemas.openxmlformats.org/drawingml/2006/main">
            <a:off x="3543300" y="4857750"/>
            <a:ext cx="8382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i="0">
                <a:solidFill>
                  <a:srgbClr val="2563EB"/>
                </a:solidFill>
                <a:latin typeface="Aptos"/>
                <a:ea typeface="Aptos"/>
                <a:cs typeface="Aptos"/>
              </a:defRPr>
            </a:pPr>
            <a:r>
              <a:rPr sz="2175" b="1" i="0">
                <a:solidFill>
                  <a:srgbClr val="2563EB"/>
                </a:solidFill>
                <a:latin typeface="Aptos"/>
                <a:ea typeface="Aptos"/>
                <a:cs typeface="Aptos"/>
              </a:rPr>
              <a:t>47.304</a:t>
            </a:r>
          </a:p>
        </p:txBody>
      </p:sp>
      <p:sp>
        <p:nvSpPr>
          <p:cNvPr id="34" name="">
            <a:extLst xmlns:a="http://schemas.openxmlformats.org/drawingml/2006/main">
              <a:ext uri="{FF2B5EF4-FFF2-40B4-BE49-F238E27FC236}">
                <a16:creationId xmlns:a16="http://schemas.microsoft.com/office/drawing/2014/main" id="{FADC4AF5-BD06-462B-9ED8-1DA5A970CFF9}"/>
              </a:ext>
            </a:extLst>
          </p:cNvPr>
          <p:cNvSpPr>
            <a:spLocks xmlns:a="http://schemas.openxmlformats.org/drawingml/2006/main" noGrp="1"/>
          </p:cNvSpPr>
          <p:nvPr/>
        </p:nvSpPr>
        <p:spPr>
          <a:xfrm xmlns:a="http://schemas.openxmlformats.org/drawingml/2006/main">
            <a:off x="4438650" y="4810125"/>
            <a:ext cx="13144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25" b="1" i="0">
                <a:solidFill>
                  <a:srgbClr val="475569"/>
                </a:solidFill>
                <a:latin typeface="Aptos"/>
                <a:ea typeface="Aptos"/>
                <a:cs typeface="Aptos"/>
              </a:defRPr>
            </a:pPr>
            <a:r>
              <a:rPr sz="1425" b="1" i="0">
                <a:solidFill>
                  <a:srgbClr val="475569"/>
                </a:solidFill>
                <a:latin typeface="Aptos"/>
                <a:ea typeface="Aptos"/>
                <a:cs typeface="Aptos"/>
              </a:rPr>
              <a:t>Listening challenges</a:t>
            </a:r>
          </a:p>
        </p:txBody>
      </p:sp>
      <p:sp>
        <p:nvSpPr>
          <p:cNvPr id="35" name="">
            <a:extLst xmlns:a="http://schemas.openxmlformats.org/drawingml/2006/main">
              <a:ext uri="{FF2B5EF4-FFF2-40B4-BE49-F238E27FC236}">
                <a16:creationId xmlns:a16="http://schemas.microsoft.com/office/drawing/2014/main" id="{08F1E0B8-F825-4159-86A4-A7A308CA2C5C}"/>
              </a:ext>
            </a:extLst>
          </p:cNvPr>
          <p:cNvSpPr>
            <a:spLocks xmlns:a="http://schemas.openxmlformats.org/drawingml/2006/main" noGrp="1"/>
          </p:cNvSpPr>
          <p:nvPr/>
        </p:nvSpPr>
        <p:spPr>
          <a:xfrm xmlns:a="http://schemas.openxmlformats.org/drawingml/2006/main">
            <a:off x="6134100" y="4686300"/>
            <a:ext cx="2552700" cy="952500"/>
          </a:xfrm>
          <a:prstGeom xmlns:a="http://schemas.openxmlformats.org/drawingml/2006/main" prst="roundRect">
            <a:avLst>
              <a:gd name="adj" fmla="val 16000"/>
            </a:avLst>
          </a:prstGeom>
          <a:solidFill xmlns:a="http://schemas.openxmlformats.org/drawingml/2006/main">
            <a:srgbClr val="FFFFFF"/>
          </a:solidFill>
          <a:ln xmlns:a="http://schemas.openxmlformats.org/drawingml/2006/main" w="11430">
            <a:solidFill>
              <a:srgbClr val="E2E8F0"/>
            </a:solidFill>
            <a:prstDash val="solid"/>
          </a:ln>
        </p:spPr>
      </p:sp>
      <p:sp>
        <p:nvSpPr>
          <p:cNvPr id="36" name="">
            <a:extLst xmlns:a="http://schemas.openxmlformats.org/drawingml/2006/main">
              <a:ext uri="{FF2B5EF4-FFF2-40B4-BE49-F238E27FC236}">
                <a16:creationId xmlns:a16="http://schemas.microsoft.com/office/drawing/2014/main" id="{83C5258B-6530-4909-835C-C5E0ACDD1D04}"/>
              </a:ext>
            </a:extLst>
          </p:cNvPr>
          <p:cNvSpPr>
            <a:spLocks xmlns:a="http://schemas.openxmlformats.org/drawingml/2006/main" noGrp="1"/>
          </p:cNvSpPr>
          <p:nvPr/>
        </p:nvSpPr>
        <p:spPr>
          <a:xfrm xmlns:a="http://schemas.openxmlformats.org/drawingml/2006/main">
            <a:off x="6305550" y="4857750"/>
            <a:ext cx="8382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i="0">
                <a:solidFill>
                  <a:srgbClr val="2563EB"/>
                </a:solidFill>
                <a:latin typeface="Aptos"/>
                <a:ea typeface="Aptos"/>
                <a:cs typeface="Aptos"/>
              </a:defRPr>
            </a:pPr>
            <a:r>
              <a:rPr sz="2175" b="1" i="0">
                <a:solidFill>
                  <a:srgbClr val="2563EB"/>
                </a:solidFill>
                <a:latin typeface="Aptos"/>
                <a:ea typeface="Aptos"/>
                <a:cs typeface="Aptos"/>
              </a:rPr>
              <a:t>226</a:t>
            </a:r>
          </a:p>
        </p:txBody>
      </p:sp>
      <p:sp>
        <p:nvSpPr>
          <p:cNvPr id="37" name="">
            <a:extLst xmlns:a="http://schemas.openxmlformats.org/drawingml/2006/main">
              <a:ext uri="{FF2B5EF4-FFF2-40B4-BE49-F238E27FC236}">
                <a16:creationId xmlns:a16="http://schemas.microsoft.com/office/drawing/2014/main" id="{988E7C80-E6C9-48CE-8E6C-93FAAA59AC82}"/>
              </a:ext>
            </a:extLst>
          </p:cNvPr>
          <p:cNvSpPr>
            <a:spLocks xmlns:a="http://schemas.openxmlformats.org/drawingml/2006/main" noGrp="1"/>
          </p:cNvSpPr>
          <p:nvPr/>
        </p:nvSpPr>
        <p:spPr>
          <a:xfrm xmlns:a="http://schemas.openxmlformats.org/drawingml/2006/main">
            <a:off x="7200900" y="4810125"/>
            <a:ext cx="13144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25" b="1" i="0">
                <a:solidFill>
                  <a:srgbClr val="475569"/>
                </a:solidFill>
                <a:latin typeface="Aptos"/>
                <a:ea typeface="Aptos"/>
                <a:cs typeface="Aptos"/>
              </a:defRPr>
            </a:pPr>
            <a:r>
              <a:rPr sz="1425" b="1" i="0">
                <a:solidFill>
                  <a:srgbClr val="475569"/>
                </a:solidFill>
                <a:latin typeface="Aptos"/>
                <a:ea typeface="Aptos"/>
                <a:cs typeface="Aptos"/>
              </a:rPr>
              <a:t>Reading passages</a:t>
            </a:r>
          </a:p>
        </p:txBody>
      </p:sp>
      <p:sp>
        <p:nvSpPr>
          <p:cNvPr id="38" name="">
            <a:extLst xmlns:a="http://schemas.openxmlformats.org/drawingml/2006/main">
              <a:ext uri="{FF2B5EF4-FFF2-40B4-BE49-F238E27FC236}">
                <a16:creationId xmlns:a16="http://schemas.microsoft.com/office/drawing/2014/main" id="{5AC5CEAB-9178-41A5-923F-9CF5D7254B67}"/>
              </a:ext>
            </a:extLst>
          </p:cNvPr>
          <p:cNvSpPr>
            <a:spLocks xmlns:a="http://schemas.openxmlformats.org/drawingml/2006/main" noGrp="1"/>
          </p:cNvSpPr>
          <p:nvPr/>
        </p:nvSpPr>
        <p:spPr>
          <a:xfrm xmlns:a="http://schemas.openxmlformats.org/drawingml/2006/main">
            <a:off x="8896350" y="4686300"/>
            <a:ext cx="2552700" cy="952500"/>
          </a:xfrm>
          <a:prstGeom xmlns:a="http://schemas.openxmlformats.org/drawingml/2006/main" prst="roundRect">
            <a:avLst>
              <a:gd name="adj" fmla="val 16000"/>
            </a:avLst>
          </a:prstGeom>
          <a:solidFill xmlns:a="http://schemas.openxmlformats.org/drawingml/2006/main">
            <a:srgbClr val="FFFFFF"/>
          </a:solidFill>
          <a:ln xmlns:a="http://schemas.openxmlformats.org/drawingml/2006/main" w="11430">
            <a:solidFill>
              <a:srgbClr val="E2E8F0"/>
            </a:solidFill>
            <a:prstDash val="solid"/>
          </a:ln>
        </p:spPr>
      </p:sp>
      <p:sp>
        <p:nvSpPr>
          <p:cNvPr id="39" name="">
            <a:extLst xmlns:a="http://schemas.openxmlformats.org/drawingml/2006/main">
              <a:ext uri="{FF2B5EF4-FFF2-40B4-BE49-F238E27FC236}">
                <a16:creationId xmlns:a16="http://schemas.microsoft.com/office/drawing/2014/main" id="{73FB3000-8F0F-4243-A028-AD0152488E8B}"/>
              </a:ext>
            </a:extLst>
          </p:cNvPr>
          <p:cNvSpPr>
            <a:spLocks xmlns:a="http://schemas.openxmlformats.org/drawingml/2006/main" noGrp="1"/>
          </p:cNvSpPr>
          <p:nvPr/>
        </p:nvSpPr>
        <p:spPr>
          <a:xfrm xmlns:a="http://schemas.openxmlformats.org/drawingml/2006/main">
            <a:off x="9067800" y="4857750"/>
            <a:ext cx="8382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i="0">
                <a:solidFill>
                  <a:srgbClr val="2563EB"/>
                </a:solidFill>
                <a:latin typeface="Aptos"/>
                <a:ea typeface="Aptos"/>
                <a:cs typeface="Aptos"/>
              </a:defRPr>
            </a:pPr>
            <a:r>
              <a:rPr sz="2175" b="1" i="0">
                <a:solidFill>
                  <a:srgbClr val="2563EB"/>
                </a:solidFill>
                <a:latin typeface="Aptos"/>
                <a:ea typeface="Aptos"/>
                <a:cs typeface="Aptos"/>
              </a:rPr>
              <a:t>2.916</a:t>
            </a:r>
          </a:p>
        </p:txBody>
      </p:sp>
      <p:sp>
        <p:nvSpPr>
          <p:cNvPr id="40" name="">
            <a:extLst xmlns:a="http://schemas.openxmlformats.org/drawingml/2006/main">
              <a:ext uri="{FF2B5EF4-FFF2-40B4-BE49-F238E27FC236}">
                <a16:creationId xmlns:a16="http://schemas.microsoft.com/office/drawing/2014/main" id="{3CF7BAF6-6A71-4D2E-9552-53373BFE8B33}"/>
              </a:ext>
            </a:extLst>
          </p:cNvPr>
          <p:cNvSpPr>
            <a:spLocks xmlns:a="http://schemas.openxmlformats.org/drawingml/2006/main" noGrp="1"/>
          </p:cNvSpPr>
          <p:nvPr/>
        </p:nvSpPr>
        <p:spPr>
          <a:xfrm xmlns:a="http://schemas.openxmlformats.org/drawingml/2006/main">
            <a:off x="9963150" y="4810125"/>
            <a:ext cx="13144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425" b="1" i="0">
                <a:solidFill>
                  <a:srgbClr val="475569"/>
                </a:solidFill>
                <a:latin typeface="Aptos"/>
                <a:ea typeface="Aptos"/>
                <a:cs typeface="Aptos"/>
              </a:defRPr>
            </a:pPr>
            <a:r>
              <a:rPr sz="1425" b="1" i="0">
                <a:solidFill>
                  <a:srgbClr val="475569"/>
                </a:solidFill>
                <a:latin typeface="Aptos"/>
                <a:ea typeface="Aptos"/>
                <a:cs typeface="Aptos"/>
              </a:rPr>
              <a:t>Reading questions</a:t>
            </a:r>
          </a:p>
        </p:txBody>
      </p:sp>
      <p:sp>
        <p:nvSpPr>
          <p:cNvPr id="41" name="">
            <a:extLst xmlns:a="http://schemas.openxmlformats.org/drawingml/2006/main">
              <a:ext uri="{FF2B5EF4-FFF2-40B4-BE49-F238E27FC236}">
                <a16:creationId xmlns:a16="http://schemas.microsoft.com/office/drawing/2014/main" id="{05FC5765-3BA7-4621-8F7B-A3B82E99A5DA}"/>
              </a:ext>
            </a:extLst>
          </p:cNvPr>
          <p:cNvSpPr>
            <a:spLocks xmlns:a="http://schemas.openxmlformats.org/drawingml/2006/main" noGrp="1"/>
          </p:cNvSpPr>
          <p:nvPr/>
        </p:nvSpPr>
        <p:spPr>
          <a:xfrm xmlns:a="http://schemas.openxmlformats.org/drawingml/2006/main">
            <a:off x="609600" y="5962650"/>
            <a:ext cx="1000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i="1">
                <a:solidFill>
                  <a:srgbClr val="64748B"/>
                </a:solidFill>
                <a:latin typeface="Aptos"/>
                <a:ea typeface="Aptos"/>
                <a:cs typeface="Aptos"/>
              </a:defRPr>
            </a:pPr>
            <a:r>
              <a:rPr sz="1275" b="0" i="1">
                <a:solidFill>
                  <a:srgbClr val="64748B"/>
                </a:solidFill>
                <a:latin typeface="Aptos"/>
                <a:ea typeface="Aptos"/>
                <a:cs typeface="Aptos"/>
              </a:rPr>
              <a:t>Nguồn: truy vấn MySQL trên dữ liệu hiện tại và thống kê tài nguyên học tập của dự án</a:t>
            </a:r>
          </a:p>
        </p:txBody>
      </p:sp>
    </p:spTree>
    <p:extLst>
      <p:ext uri="{BB962C8B-B14F-4D97-AF65-F5344CB8AC3E}">
        <p14:creationId xmlns:p14="http://schemas.microsoft.com/office/powerpoint/2010/main" val="123465091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D349F570-E1EF-491A-8B47-0D965B0B8A28}"/>
              </a:ext>
            </a:extLst>
          </p:cNvPr>
          <p:cNvSpPr>
            <a:spLocks xmlns:a="http://schemas.openxmlformats.org/drawingml/2006/main" noGrp="1"/>
          </p:cNvSpPr>
          <p:nvPr/>
        </p:nvSpPr>
        <p:spPr>
          <a:xfrm xmlns:a="http://schemas.openxmlformats.org/drawingml/2006/main">
            <a:off x="609600" y="285750"/>
            <a:ext cx="1352550" cy="323850"/>
          </a:xfrm>
          <a:prstGeom xmlns:a="http://schemas.openxmlformats.org/drawingml/2006/main" prst="roundRect">
            <a:avLst>
              <a:gd name="adj" fmla="val 50000"/>
            </a:avLst>
          </a:prstGeom>
          <a:solidFill xmlns:a="http://schemas.openxmlformats.org/drawingml/2006/main">
            <a:srgbClr val="EFF6FF"/>
          </a:solidFill>
          <a:ln xmlns:a="http://schemas.openxmlformats.org/drawingml/2006/main" w="9525">
            <a:solidFill>
              <a:srgbClr val="EFF6FF"/>
            </a:solidFill>
            <a:prstDash val="solid"/>
          </a:ln>
        </p:spPr>
      </p:sp>
      <p:sp>
        <p:nvSpPr>
          <p:cNvPr id="2" name="">
            <a:extLst xmlns:a="http://schemas.openxmlformats.org/drawingml/2006/main">
              <a:ext uri="{FF2B5EF4-FFF2-40B4-BE49-F238E27FC236}">
                <a16:creationId xmlns:a16="http://schemas.microsoft.com/office/drawing/2014/main" id="{FCF8CE7C-94FA-4B17-9DF2-6DC7EFE3E757}"/>
              </a:ext>
            </a:extLst>
          </p:cNvPr>
          <p:cNvSpPr>
            <a:spLocks xmlns:a="http://schemas.openxmlformats.org/drawingml/2006/main" noGrp="1"/>
          </p:cNvSpPr>
          <p:nvPr/>
        </p:nvSpPr>
        <p:spPr>
          <a:xfrm xmlns:a="http://schemas.openxmlformats.org/drawingml/2006/main">
            <a:off x="609600" y="295275"/>
            <a:ext cx="13525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350" b="1" i="0">
                <a:solidFill>
                  <a:srgbClr val="2563EB"/>
                </a:solidFill>
                <a:latin typeface="Aptos"/>
                <a:ea typeface="Aptos"/>
                <a:cs typeface="Aptos"/>
              </a:defRPr>
            </a:pPr>
            <a:r>
              <a:rPr sz="1350" b="1" i="0">
                <a:solidFill>
                  <a:srgbClr val="2563EB"/>
                </a:solidFill>
                <a:latin typeface="Aptos"/>
                <a:ea typeface="Aptos"/>
                <a:cs typeface="Aptos"/>
              </a:rPr>
              <a:t>KIẾN TRÚC</a:t>
            </a:r>
          </a:p>
        </p:txBody>
      </p:sp>
      <p:sp>
        <p:nvSpPr>
          <p:cNvPr id="3" name="">
            <a:extLst xmlns:a="http://schemas.openxmlformats.org/drawingml/2006/main">
              <a:ext uri="{FF2B5EF4-FFF2-40B4-BE49-F238E27FC236}">
                <a16:creationId xmlns:a16="http://schemas.microsoft.com/office/drawing/2014/main" id="{5FA5628B-C6D6-4571-B3B0-570FF37D5C67}"/>
              </a:ext>
            </a:extLst>
          </p:cNvPr>
          <p:cNvSpPr>
            <a:spLocks xmlns:a="http://schemas.openxmlformats.org/drawingml/2006/main" noGrp="1"/>
          </p:cNvSpPr>
          <p:nvPr/>
        </p:nvSpPr>
        <p:spPr>
          <a:xfrm xmlns:a="http://schemas.openxmlformats.org/drawingml/2006/main">
            <a:off x="609600" y="742950"/>
            <a:ext cx="109728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3600" b="1" i="0">
                <a:solidFill>
                  <a:srgbClr val="0B1F3A"/>
                </a:solidFill>
                <a:latin typeface="Aptos"/>
                <a:ea typeface="Aptos"/>
                <a:cs typeface="Aptos"/>
              </a:defRPr>
            </a:pPr>
            <a:r>
              <a:rPr sz="3600" b="1" i="0">
                <a:solidFill>
                  <a:srgbClr val="0B1F3A"/>
                </a:solidFill>
                <a:latin typeface="Aptos"/>
                <a:ea typeface="Aptos"/>
                <a:cs typeface="Aptos"/>
              </a:rPr>
              <a:t>Kiến trúc phân lớp: giao diện – nghiệp vụ – lưu trữ</a:t>
            </a:r>
          </a:p>
        </p:txBody>
      </p:sp>
      <p:sp>
        <p:nvSpPr>
          <p:cNvPr id="4" name="">
            <a:extLst xmlns:a="http://schemas.openxmlformats.org/drawingml/2006/main">
              <a:ext uri="{FF2B5EF4-FFF2-40B4-BE49-F238E27FC236}">
                <a16:creationId xmlns:a16="http://schemas.microsoft.com/office/drawing/2014/main" id="{6BC8D7D3-8407-4D49-9F0E-830F51A150FB}"/>
              </a:ext>
            </a:extLst>
          </p:cNvPr>
          <p:cNvSpPr>
            <a:spLocks xmlns:a="http://schemas.openxmlformats.org/drawingml/2006/main" noGrp="1"/>
          </p:cNvSpPr>
          <p:nvPr/>
        </p:nvSpPr>
        <p:spPr>
          <a:xfrm xmlns:a="http://schemas.openxmlformats.org/drawingml/2006/main">
            <a:off x="609600" y="1495425"/>
            <a:ext cx="10972800" cy="19050"/>
          </a:xfrm>
          <a:prstGeom xmlns:a="http://schemas.openxmlformats.org/drawingml/2006/main" prst="rect">
            <a:avLst/>
          </a:prstGeom>
          <a:solidFill xmlns:a="http://schemas.openxmlformats.org/drawingml/2006/main">
            <a:srgbClr val="E2E8F0"/>
          </a:solidFill>
          <a:ln xmlns:a="http://schemas.openxmlformats.org/drawingml/2006/main" w="0">
            <a:solidFill>
              <a:srgbClr val="E2E8F0"/>
            </a:solidFill>
            <a:prstDash val="solid"/>
          </a:ln>
        </p:spPr>
      </p:sp>
      <p:sp>
        <p:nvSpPr>
          <p:cNvPr id="5" name="">
            <a:extLst xmlns:a="http://schemas.openxmlformats.org/drawingml/2006/main">
              <a:ext uri="{FF2B5EF4-FFF2-40B4-BE49-F238E27FC236}">
                <a16:creationId xmlns:a16="http://schemas.microsoft.com/office/drawing/2014/main" id="{3D386797-9A50-41C3-90F7-EDD5CF71292D}"/>
              </a:ext>
            </a:extLst>
          </p:cNvPr>
          <p:cNvSpPr>
            <a:spLocks xmlns:a="http://schemas.openxmlformats.org/drawingml/2006/main" noGrp="1"/>
          </p:cNvSpPr>
          <p:nvPr/>
        </p:nvSpPr>
        <p:spPr>
          <a:xfrm xmlns:a="http://schemas.openxmlformats.org/drawingml/2006/main">
            <a:off x="609600" y="1495425"/>
            <a:ext cx="1143000" cy="38100"/>
          </a:xfrm>
          <a:prstGeom xmlns:a="http://schemas.openxmlformats.org/drawingml/2006/main" prst="rect">
            <a:avLst/>
          </a:prstGeom>
          <a:solidFill xmlns:a="http://schemas.openxmlformats.org/drawingml/2006/main">
            <a:srgbClr val="2563EB"/>
          </a:solidFill>
          <a:ln xmlns:a="http://schemas.openxmlformats.org/drawingml/2006/main" w="0">
            <a:solidFill>
              <a:srgbClr val="2563EB"/>
            </a:solidFill>
            <a:prstDash val="solid"/>
          </a:ln>
        </p:spPr>
      </p:sp>
      <p:sp>
        <p:nvSpPr>
          <p:cNvPr id="6" name="">
            <a:extLst xmlns:a="http://schemas.openxmlformats.org/drawingml/2006/main">
              <a:ext uri="{FF2B5EF4-FFF2-40B4-BE49-F238E27FC236}">
                <a16:creationId xmlns:a16="http://schemas.microsoft.com/office/drawing/2014/main" id="{231E96A3-3887-4F6E-9F07-11AC86CCDB59}"/>
              </a:ext>
            </a:extLst>
          </p:cNvPr>
          <p:cNvSpPr>
            <a:spLocks xmlns:a="http://schemas.openxmlformats.org/drawingml/2006/main" noGrp="1"/>
          </p:cNvSpPr>
          <p:nvPr/>
        </p:nvSpPr>
        <p:spPr>
          <a:xfrm xmlns:a="http://schemas.openxmlformats.org/drawingml/2006/main">
            <a:off x="609600" y="6543675"/>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1" i="0">
                <a:solidFill>
                  <a:srgbClr val="94A3B8"/>
                </a:solidFill>
                <a:latin typeface="Aptos"/>
                <a:ea typeface="Aptos"/>
                <a:cs typeface="Aptos"/>
              </a:defRPr>
            </a:pPr>
            <a:r>
              <a:rPr sz="1125" b="1" i="0">
                <a:solidFill>
                  <a:srgbClr val="94A3B8"/>
                </a:solidFill>
                <a:latin typeface="Aptos"/>
                <a:ea typeface="Aptos"/>
                <a:cs typeface="Aptos"/>
              </a:rPr>
              <a:t>VOCAB APP  •  ĐỒ ÁN KHÓA LUẬN</a:t>
            </a:r>
          </a:p>
        </p:txBody>
      </p:sp>
      <p:sp>
        <p:nvSpPr>
          <p:cNvPr id="7" name="">
            <a:extLst xmlns:a="http://schemas.openxmlformats.org/drawingml/2006/main">
              <a:ext uri="{FF2B5EF4-FFF2-40B4-BE49-F238E27FC236}">
                <a16:creationId xmlns:a16="http://schemas.microsoft.com/office/drawing/2014/main" id="{121F4631-5A78-454A-8154-93D1EF94E472}"/>
              </a:ext>
            </a:extLst>
          </p:cNvPr>
          <p:cNvSpPr>
            <a:spLocks xmlns:a="http://schemas.openxmlformats.org/drawingml/2006/main" noGrp="1"/>
          </p:cNvSpPr>
          <p:nvPr/>
        </p:nvSpPr>
        <p:spPr>
          <a:xfrm xmlns:a="http://schemas.openxmlformats.org/drawingml/2006/main">
            <a:off x="11144250" y="6486525"/>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1" i="0">
                <a:solidFill>
                  <a:srgbClr val="64748B"/>
                </a:solidFill>
                <a:latin typeface="Aptos"/>
                <a:ea typeface="Aptos"/>
                <a:cs typeface="Aptos"/>
              </a:defRPr>
            </a:pPr>
            <a:r>
              <a:rPr sz="1350" b="1" i="0">
                <a:solidFill>
                  <a:srgbClr val="64748B"/>
                </a:solidFill>
                <a:latin typeface="Aptos"/>
                <a:ea typeface="Aptos"/>
                <a:cs typeface="Aptos"/>
              </a:rPr>
              <a:t>06</a:t>
            </a:r>
          </a:p>
        </p:txBody>
      </p:sp>
      <p:sp>
        <p:nvSpPr>
          <p:cNvPr id="8" name="">
            <a:extLst xmlns:a="http://schemas.openxmlformats.org/drawingml/2006/main">
              <a:ext uri="{FF2B5EF4-FFF2-40B4-BE49-F238E27FC236}">
                <a16:creationId xmlns:a16="http://schemas.microsoft.com/office/drawing/2014/main" id="{05D99BC6-8086-43C9-9904-15A1C9F724EA}"/>
              </a:ext>
            </a:extLst>
          </p:cNvPr>
          <p:cNvSpPr>
            <a:spLocks xmlns:a="http://schemas.openxmlformats.org/drawingml/2006/main" noGrp="1"/>
          </p:cNvSpPr>
          <p:nvPr/>
        </p:nvSpPr>
        <p:spPr>
          <a:xfrm xmlns:a="http://schemas.openxmlformats.org/drawingml/2006/main">
            <a:off x="876300" y="2381250"/>
            <a:ext cx="1809750" cy="1657350"/>
          </a:xfrm>
          <a:prstGeom xmlns:a="http://schemas.openxmlformats.org/drawingml/2006/main" prst="roundRect">
            <a:avLst>
              <a:gd name="adj" fmla="val 10345"/>
            </a:avLst>
          </a:prstGeom>
          <a:solidFill xmlns:a="http://schemas.openxmlformats.org/drawingml/2006/main">
            <a:srgbClr val="ECFEFF"/>
          </a:solidFill>
          <a:ln xmlns:a="http://schemas.openxmlformats.org/drawingml/2006/main" w="17145">
            <a:solidFill>
              <a:srgbClr val="0891B2"/>
            </a:solidFill>
            <a:prstDash val="solid"/>
          </a:ln>
        </p:spPr>
      </p:sp>
      <p:sp>
        <p:nvSpPr>
          <p:cNvPr id="9" name="">
            <a:extLst xmlns:a="http://schemas.openxmlformats.org/drawingml/2006/main">
              <a:ext uri="{FF2B5EF4-FFF2-40B4-BE49-F238E27FC236}">
                <a16:creationId xmlns:a16="http://schemas.microsoft.com/office/drawing/2014/main" id="{61517066-F65F-40C5-87E5-37D1FB8AD4E4}"/>
              </a:ext>
            </a:extLst>
          </p:cNvPr>
          <p:cNvSpPr>
            <a:spLocks xmlns:a="http://schemas.openxmlformats.org/drawingml/2006/main" noGrp="1"/>
          </p:cNvSpPr>
          <p:nvPr/>
        </p:nvSpPr>
        <p:spPr>
          <a:xfrm xmlns:a="http://schemas.openxmlformats.org/drawingml/2006/main">
            <a:off x="1047750" y="2657475"/>
            <a:ext cx="14668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25" b="1" i="0">
                <a:solidFill>
                  <a:srgbClr val="0891B2"/>
                </a:solidFill>
                <a:latin typeface="Aptos"/>
                <a:ea typeface="Aptos"/>
                <a:cs typeface="Aptos"/>
              </a:defRPr>
            </a:pPr>
            <a:r>
              <a:rPr sz="2025" b="1" i="0">
                <a:solidFill>
                  <a:srgbClr val="0891B2"/>
                </a:solidFill>
                <a:latin typeface="Aptos"/>
                <a:ea typeface="Aptos"/>
                <a:cs typeface="Aptos"/>
              </a:rPr>
              <a:t>React</a:t>
            </a:r>
          </a:p>
        </p:txBody>
      </p:sp>
      <p:sp>
        <p:nvSpPr>
          <p:cNvPr id="10" name="">
            <a:extLst xmlns:a="http://schemas.openxmlformats.org/drawingml/2006/main">
              <a:ext uri="{FF2B5EF4-FFF2-40B4-BE49-F238E27FC236}">
                <a16:creationId xmlns:a16="http://schemas.microsoft.com/office/drawing/2014/main" id="{6577CA7F-E69F-4683-BE18-D854C2EF2CD2}"/>
              </a:ext>
            </a:extLst>
          </p:cNvPr>
          <p:cNvSpPr>
            <a:spLocks xmlns:a="http://schemas.openxmlformats.org/drawingml/2006/main" noGrp="1"/>
          </p:cNvSpPr>
          <p:nvPr/>
        </p:nvSpPr>
        <p:spPr>
          <a:xfrm xmlns:a="http://schemas.openxmlformats.org/drawingml/2006/main">
            <a:off x="1047750" y="3371850"/>
            <a:ext cx="14668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350" b="0" i="0">
                <a:solidFill>
                  <a:srgbClr val="475569"/>
                </a:solidFill>
                <a:latin typeface="Aptos"/>
                <a:ea typeface="Aptos"/>
                <a:cs typeface="Aptos"/>
              </a:defRPr>
            </a:pPr>
            <a:r>
              <a:rPr sz="1350" b="0" i="0">
                <a:solidFill>
                  <a:srgbClr val="475569"/>
                </a:solidFill>
                <a:latin typeface="Aptos"/>
                <a:ea typeface="Aptos"/>
                <a:cs typeface="Aptos"/>
              </a:rPr>
              <a:t>Giao diện web</a:t>
            </a:r>
          </a:p>
        </p:txBody>
      </p:sp>
      <p:sp>
        <p:nvSpPr>
          <p:cNvPr id="11" name="">
            <a:extLst xmlns:a="http://schemas.openxmlformats.org/drawingml/2006/main">
              <a:ext uri="{FF2B5EF4-FFF2-40B4-BE49-F238E27FC236}">
                <a16:creationId xmlns:a16="http://schemas.microsoft.com/office/drawing/2014/main" id="{8F60D55A-9AC0-441D-9954-F13C2E7DBAB2}"/>
              </a:ext>
            </a:extLst>
          </p:cNvPr>
          <p:cNvSpPr>
            <a:spLocks xmlns:a="http://schemas.openxmlformats.org/drawingml/2006/main" noGrp="1"/>
          </p:cNvSpPr>
          <p:nvPr/>
        </p:nvSpPr>
        <p:spPr>
          <a:xfrm xmlns:a="http://schemas.openxmlformats.org/drawingml/2006/main">
            <a:off x="2971800" y="2381250"/>
            <a:ext cx="1809750" cy="1657350"/>
          </a:xfrm>
          <a:prstGeom xmlns:a="http://schemas.openxmlformats.org/drawingml/2006/main" prst="roundRect">
            <a:avLst>
              <a:gd name="adj" fmla="val 10345"/>
            </a:avLst>
          </a:prstGeom>
          <a:solidFill xmlns:a="http://schemas.openxmlformats.org/drawingml/2006/main">
            <a:srgbClr val="EFF6FF"/>
          </a:solidFill>
          <a:ln xmlns:a="http://schemas.openxmlformats.org/drawingml/2006/main" w="17145">
            <a:solidFill>
              <a:srgbClr val="2563EB"/>
            </a:solidFill>
            <a:prstDash val="solid"/>
          </a:ln>
        </p:spPr>
      </p:sp>
      <p:sp>
        <p:nvSpPr>
          <p:cNvPr id="12" name="">
            <a:extLst xmlns:a="http://schemas.openxmlformats.org/drawingml/2006/main">
              <a:ext uri="{FF2B5EF4-FFF2-40B4-BE49-F238E27FC236}">
                <a16:creationId xmlns:a16="http://schemas.microsoft.com/office/drawing/2014/main" id="{2F64B758-E9E5-4403-95CF-801CEE2A7073}"/>
              </a:ext>
            </a:extLst>
          </p:cNvPr>
          <p:cNvSpPr>
            <a:spLocks xmlns:a="http://schemas.openxmlformats.org/drawingml/2006/main" noGrp="1"/>
          </p:cNvSpPr>
          <p:nvPr/>
        </p:nvSpPr>
        <p:spPr>
          <a:xfrm xmlns:a="http://schemas.openxmlformats.org/drawingml/2006/main">
            <a:off x="3143250" y="2657475"/>
            <a:ext cx="14668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25" b="1" i="0">
                <a:solidFill>
                  <a:srgbClr val="2563EB"/>
                </a:solidFill>
                <a:latin typeface="Aptos"/>
                <a:ea typeface="Aptos"/>
                <a:cs typeface="Aptos"/>
              </a:defRPr>
            </a:pPr>
            <a:r>
              <a:rPr sz="2025" b="1" i="0">
                <a:solidFill>
                  <a:srgbClr val="2563EB"/>
                </a:solidFill>
                <a:latin typeface="Aptos"/>
                <a:ea typeface="Aptos"/>
                <a:cs typeface="Aptos"/>
              </a:rPr>
              <a:t>Spring Boot REST</a:t>
            </a:r>
          </a:p>
        </p:txBody>
      </p:sp>
      <p:sp>
        <p:nvSpPr>
          <p:cNvPr id="13" name="">
            <a:extLst xmlns:a="http://schemas.openxmlformats.org/drawingml/2006/main">
              <a:ext uri="{FF2B5EF4-FFF2-40B4-BE49-F238E27FC236}">
                <a16:creationId xmlns:a16="http://schemas.microsoft.com/office/drawing/2014/main" id="{05EE22F9-29D5-45D0-ACEA-248315E33244}"/>
              </a:ext>
            </a:extLst>
          </p:cNvPr>
          <p:cNvSpPr>
            <a:spLocks xmlns:a="http://schemas.openxmlformats.org/drawingml/2006/main" noGrp="1"/>
          </p:cNvSpPr>
          <p:nvPr/>
        </p:nvSpPr>
        <p:spPr>
          <a:xfrm xmlns:a="http://schemas.openxmlformats.org/drawingml/2006/main">
            <a:off x="3143250" y="3371850"/>
            <a:ext cx="14668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350" b="0" i="0">
                <a:solidFill>
                  <a:srgbClr val="475569"/>
                </a:solidFill>
                <a:latin typeface="Aptos"/>
                <a:ea typeface="Aptos"/>
                <a:cs typeface="Aptos"/>
              </a:defRPr>
            </a:pPr>
            <a:r>
              <a:rPr sz="1350" b="0" i="0">
                <a:solidFill>
                  <a:srgbClr val="475569"/>
                </a:solidFill>
                <a:latin typeface="Aptos"/>
                <a:ea typeface="Aptos"/>
                <a:cs typeface="Aptos"/>
              </a:rPr>
              <a:t>Security • Controller</a:t>
            </a:r>
          </a:p>
        </p:txBody>
      </p:sp>
      <p:sp>
        <p:nvSpPr>
          <p:cNvPr id="14" name="">
            <a:extLst xmlns:a="http://schemas.openxmlformats.org/drawingml/2006/main">
              <a:ext uri="{FF2B5EF4-FFF2-40B4-BE49-F238E27FC236}">
                <a16:creationId xmlns:a16="http://schemas.microsoft.com/office/drawing/2014/main" id="{CB87ECEB-8AA3-4D6E-B73C-377C64A6D190}"/>
              </a:ext>
            </a:extLst>
          </p:cNvPr>
          <p:cNvSpPr>
            <a:spLocks xmlns:a="http://schemas.openxmlformats.org/drawingml/2006/main" noGrp="1"/>
          </p:cNvSpPr>
          <p:nvPr/>
        </p:nvSpPr>
        <p:spPr>
          <a:xfrm xmlns:a="http://schemas.openxmlformats.org/drawingml/2006/main">
            <a:off x="5295900" y="2381250"/>
            <a:ext cx="1809750" cy="1657350"/>
          </a:xfrm>
          <a:prstGeom xmlns:a="http://schemas.openxmlformats.org/drawingml/2006/main" prst="roundRect">
            <a:avLst>
              <a:gd name="adj" fmla="val 10345"/>
            </a:avLst>
          </a:prstGeom>
          <a:solidFill xmlns:a="http://schemas.openxmlformats.org/drawingml/2006/main">
            <a:srgbClr val="F8FAFC"/>
          </a:solidFill>
          <a:ln xmlns:a="http://schemas.openxmlformats.org/drawingml/2006/main" w="17145">
            <a:solidFill>
              <a:srgbClr val="0B1F3A"/>
            </a:solidFill>
            <a:prstDash val="solid"/>
          </a:ln>
        </p:spPr>
      </p:sp>
      <p:sp>
        <p:nvSpPr>
          <p:cNvPr id="15" name="">
            <a:extLst xmlns:a="http://schemas.openxmlformats.org/drawingml/2006/main">
              <a:ext uri="{FF2B5EF4-FFF2-40B4-BE49-F238E27FC236}">
                <a16:creationId xmlns:a16="http://schemas.microsoft.com/office/drawing/2014/main" id="{F29CD3D1-3C6E-46AB-8B71-411942CFC5D6}"/>
              </a:ext>
            </a:extLst>
          </p:cNvPr>
          <p:cNvSpPr>
            <a:spLocks xmlns:a="http://schemas.openxmlformats.org/drawingml/2006/main" noGrp="1"/>
          </p:cNvSpPr>
          <p:nvPr/>
        </p:nvSpPr>
        <p:spPr>
          <a:xfrm xmlns:a="http://schemas.openxmlformats.org/drawingml/2006/main">
            <a:off x="5467350" y="2657475"/>
            <a:ext cx="14668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25" b="1" i="0">
                <a:solidFill>
                  <a:srgbClr val="0B1F3A"/>
                </a:solidFill>
                <a:latin typeface="Aptos"/>
                <a:ea typeface="Aptos"/>
                <a:cs typeface="Aptos"/>
              </a:defRPr>
            </a:pPr>
            <a:r>
              <a:rPr sz="2025" b="1" i="0">
                <a:solidFill>
                  <a:srgbClr val="0B1F3A"/>
                </a:solidFill>
                <a:latin typeface="Aptos"/>
                <a:ea typeface="Aptos"/>
                <a:cs typeface="Aptos"/>
              </a:rPr>
              <a:t>Business Services</a:t>
            </a:r>
          </a:p>
        </p:txBody>
      </p:sp>
      <p:sp>
        <p:nvSpPr>
          <p:cNvPr id="16" name="">
            <a:extLst xmlns:a="http://schemas.openxmlformats.org/drawingml/2006/main">
              <a:ext uri="{FF2B5EF4-FFF2-40B4-BE49-F238E27FC236}">
                <a16:creationId xmlns:a16="http://schemas.microsoft.com/office/drawing/2014/main" id="{74C33C8C-1FF5-4F2A-9617-CDD5EA2A6730}"/>
              </a:ext>
            </a:extLst>
          </p:cNvPr>
          <p:cNvSpPr>
            <a:spLocks xmlns:a="http://schemas.openxmlformats.org/drawingml/2006/main" noGrp="1"/>
          </p:cNvSpPr>
          <p:nvPr/>
        </p:nvSpPr>
        <p:spPr>
          <a:xfrm xmlns:a="http://schemas.openxmlformats.org/drawingml/2006/main">
            <a:off x="5467350" y="3371850"/>
            <a:ext cx="14668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350" b="0" i="0">
                <a:solidFill>
                  <a:srgbClr val="475569"/>
                </a:solidFill>
                <a:latin typeface="Aptos"/>
                <a:ea typeface="Aptos"/>
                <a:cs typeface="Aptos"/>
              </a:defRPr>
            </a:pPr>
            <a:r>
              <a:rPr sz="1350" b="0" i="0">
                <a:solidFill>
                  <a:srgbClr val="475569"/>
                </a:solidFill>
                <a:latin typeface="Aptos"/>
                <a:ea typeface="Aptos"/>
                <a:cs typeface="Aptos"/>
              </a:rPr>
              <a:t>Lookup • Review • Learning</a:t>
            </a:r>
          </a:p>
        </p:txBody>
      </p:sp>
      <p:sp>
        <p:nvSpPr>
          <p:cNvPr id="17" name="">
            <a:extLst xmlns:a="http://schemas.openxmlformats.org/drawingml/2006/main">
              <a:ext uri="{FF2B5EF4-FFF2-40B4-BE49-F238E27FC236}">
                <a16:creationId xmlns:a16="http://schemas.microsoft.com/office/drawing/2014/main" id="{079F35EC-24F0-4816-8980-E2FAD163BFCD}"/>
              </a:ext>
            </a:extLst>
          </p:cNvPr>
          <p:cNvSpPr>
            <a:spLocks xmlns:a="http://schemas.openxmlformats.org/drawingml/2006/main" noGrp="1"/>
          </p:cNvSpPr>
          <p:nvPr/>
        </p:nvSpPr>
        <p:spPr>
          <a:xfrm xmlns:a="http://schemas.openxmlformats.org/drawingml/2006/main">
            <a:off x="7677150" y="2381250"/>
            <a:ext cx="1809750" cy="1657350"/>
          </a:xfrm>
          <a:prstGeom xmlns:a="http://schemas.openxmlformats.org/drawingml/2006/main" prst="roundRect">
            <a:avLst>
              <a:gd name="adj" fmla="val 10345"/>
            </a:avLst>
          </a:prstGeom>
          <a:solidFill xmlns:a="http://schemas.openxmlformats.org/drawingml/2006/main">
            <a:srgbClr val="F8FAFC"/>
          </a:solidFill>
          <a:ln xmlns:a="http://schemas.openxmlformats.org/drawingml/2006/main" w="17145">
            <a:solidFill>
              <a:srgbClr val="0B1F3A"/>
            </a:solidFill>
            <a:prstDash val="solid"/>
          </a:ln>
        </p:spPr>
      </p:sp>
      <p:sp>
        <p:nvSpPr>
          <p:cNvPr id="18" name="">
            <a:extLst xmlns:a="http://schemas.openxmlformats.org/drawingml/2006/main">
              <a:ext uri="{FF2B5EF4-FFF2-40B4-BE49-F238E27FC236}">
                <a16:creationId xmlns:a16="http://schemas.microsoft.com/office/drawing/2014/main" id="{0D554F40-0F18-49AA-AB33-BB0729BD742B}"/>
              </a:ext>
            </a:extLst>
          </p:cNvPr>
          <p:cNvSpPr>
            <a:spLocks xmlns:a="http://schemas.openxmlformats.org/drawingml/2006/main" noGrp="1"/>
          </p:cNvSpPr>
          <p:nvPr/>
        </p:nvSpPr>
        <p:spPr>
          <a:xfrm xmlns:a="http://schemas.openxmlformats.org/drawingml/2006/main">
            <a:off x="7848600" y="2657475"/>
            <a:ext cx="14668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025" b="1" i="0">
                <a:solidFill>
                  <a:srgbClr val="0B1F3A"/>
                </a:solidFill>
                <a:latin typeface="Aptos"/>
                <a:ea typeface="Aptos"/>
                <a:cs typeface="Aptos"/>
              </a:defRPr>
            </a:pPr>
            <a:r>
              <a:rPr sz="2025" b="1" i="0">
                <a:solidFill>
                  <a:srgbClr val="0B1F3A"/>
                </a:solidFill>
                <a:latin typeface="Aptos"/>
                <a:ea typeface="Aptos"/>
                <a:cs typeface="Aptos"/>
              </a:rPr>
              <a:t>Repositories</a:t>
            </a:r>
          </a:p>
        </p:txBody>
      </p:sp>
      <p:sp>
        <p:nvSpPr>
          <p:cNvPr id="19" name="">
            <a:extLst xmlns:a="http://schemas.openxmlformats.org/drawingml/2006/main">
              <a:ext uri="{FF2B5EF4-FFF2-40B4-BE49-F238E27FC236}">
                <a16:creationId xmlns:a16="http://schemas.microsoft.com/office/drawing/2014/main" id="{F7AFC579-2651-43E7-B8A3-A90D35D8811F}"/>
              </a:ext>
            </a:extLst>
          </p:cNvPr>
          <p:cNvSpPr>
            <a:spLocks xmlns:a="http://schemas.openxmlformats.org/drawingml/2006/main" noGrp="1"/>
          </p:cNvSpPr>
          <p:nvPr/>
        </p:nvSpPr>
        <p:spPr>
          <a:xfrm xmlns:a="http://schemas.openxmlformats.org/drawingml/2006/main">
            <a:off x="7848600" y="3371850"/>
            <a:ext cx="14668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350" b="0" i="0">
                <a:solidFill>
                  <a:srgbClr val="475569"/>
                </a:solidFill>
                <a:latin typeface="Aptos"/>
                <a:ea typeface="Aptos"/>
                <a:cs typeface="Aptos"/>
              </a:defRPr>
            </a:pPr>
            <a:r>
              <a:rPr sz="1350" b="0" i="0">
                <a:solidFill>
                  <a:srgbClr val="475569"/>
                </a:solidFill>
                <a:latin typeface="Aptos"/>
                <a:ea typeface="Aptos"/>
                <a:cs typeface="Aptos"/>
              </a:rPr>
              <a:t>JPA • Native query</a:t>
            </a:r>
          </a:p>
        </p:txBody>
      </p:sp>
      <p:cxnSp>
        <p:nvCxnSpPr>
          <p:cNvPr id="56" name=""/>
          <p:cNvCxnSpPr>
            <a:stCxn xmlns:a="http://schemas.openxmlformats.org/drawingml/2006/main" id="8" idx="3"/>
            <a:endCxn xmlns:a="http://schemas.openxmlformats.org/drawingml/2006/main" id="11" idx="1"/>
          </p:cNvCxnSpPr>
          <p:nvPr/>
        </p:nvCxnSpPr>
        <p:spPr>
          <a:xfrm xmlns:a="http://schemas.openxmlformats.org/drawingml/2006/main">
            <a:off x="2686050" y="3209925"/>
            <a:ext cx="285750" cy="0"/>
          </a:xfrm>
          <a:prstGeom xmlns:a="http://schemas.openxmlformats.org/drawingml/2006/main" prst="straightConnector1">
            <a:avLst/>
          </a:prstGeom>
          <a:ln xmlns:a="http://schemas.openxmlformats.org/drawingml/2006/main" w="20955">
            <a:solidFill>
              <a:srgbClr val="2563EB"/>
            </a:solidFill>
            <a:prstDash val="solid"/>
            <a:tailEnd type="triangle" w="sm" len="sm"/>
          </a:ln>
        </p:spPr>
      </p:cxnSp>
      <p:cxnSp>
        <p:nvCxnSpPr>
          <p:cNvPr id="57" name=""/>
          <p:cNvCxnSpPr>
            <a:stCxn xmlns:a="http://schemas.openxmlformats.org/drawingml/2006/main" id="11" idx="3"/>
            <a:endCxn xmlns:a="http://schemas.openxmlformats.org/drawingml/2006/main" id="14" idx="1"/>
          </p:cNvCxnSpPr>
          <p:nvPr/>
        </p:nvCxnSpPr>
        <p:spPr>
          <a:xfrm xmlns:a="http://schemas.openxmlformats.org/drawingml/2006/main">
            <a:off x="4781550" y="3209925"/>
            <a:ext cx="514350" cy="0"/>
          </a:xfrm>
          <a:prstGeom xmlns:a="http://schemas.openxmlformats.org/drawingml/2006/main" prst="straightConnector1">
            <a:avLst/>
          </a:prstGeom>
          <a:ln xmlns:a="http://schemas.openxmlformats.org/drawingml/2006/main" w="20955">
            <a:solidFill>
              <a:srgbClr val="2563EB"/>
            </a:solidFill>
            <a:prstDash val="solid"/>
            <a:tailEnd type="triangle" w="sm" len="sm"/>
          </a:ln>
        </p:spPr>
      </p:cxnSp>
      <p:cxnSp>
        <p:nvCxnSpPr>
          <p:cNvPr id="58" name=""/>
          <p:cNvCxnSpPr>
            <a:stCxn xmlns:a="http://schemas.openxmlformats.org/drawingml/2006/main" id="14" idx="3"/>
            <a:endCxn xmlns:a="http://schemas.openxmlformats.org/drawingml/2006/main" id="17" idx="1"/>
          </p:cNvCxnSpPr>
          <p:nvPr/>
        </p:nvCxnSpPr>
        <p:spPr>
          <a:xfrm xmlns:a="http://schemas.openxmlformats.org/drawingml/2006/main">
            <a:off x="7105650" y="3209925"/>
            <a:ext cx="571500" cy="0"/>
          </a:xfrm>
          <a:prstGeom xmlns:a="http://schemas.openxmlformats.org/drawingml/2006/main" prst="straightConnector1">
            <a:avLst/>
          </a:prstGeom>
          <a:ln xmlns:a="http://schemas.openxmlformats.org/drawingml/2006/main" w="20955">
            <a:solidFill>
              <a:srgbClr val="2563EB"/>
            </a:solidFill>
            <a:prstDash val="solid"/>
            <a:tailEnd type="triangle" w="sm" len="sm"/>
          </a:ln>
        </p:spPr>
      </p:cxnSp>
      <p:sp>
        <p:nvSpPr>
          <p:cNvPr id="23" name="">
            <a:extLst xmlns:a="http://schemas.openxmlformats.org/drawingml/2006/main">
              <a:ext uri="{FF2B5EF4-FFF2-40B4-BE49-F238E27FC236}">
                <a16:creationId xmlns:a16="http://schemas.microsoft.com/office/drawing/2014/main" id="{F290DE70-7255-4CEC-8AF3-E4EDF6A09D85}"/>
              </a:ext>
            </a:extLst>
          </p:cNvPr>
          <p:cNvSpPr>
            <a:spLocks xmlns:a="http://schemas.openxmlformats.org/drawingml/2006/main" noGrp="1"/>
          </p:cNvSpPr>
          <p:nvPr/>
        </p:nvSpPr>
        <p:spPr>
          <a:xfrm xmlns:a="http://schemas.openxmlformats.org/drawingml/2006/main">
            <a:off x="9734550" y="1924050"/>
            <a:ext cx="1847850" cy="876300"/>
          </a:xfrm>
          <a:prstGeom xmlns:a="http://schemas.openxmlformats.org/drawingml/2006/main" prst="roundRect">
            <a:avLst>
              <a:gd name="adj" fmla="val 17391"/>
            </a:avLst>
          </a:prstGeom>
          <a:solidFill xmlns:a="http://schemas.openxmlformats.org/drawingml/2006/main">
            <a:srgbClr val="FFFFFF"/>
          </a:solidFill>
          <a:ln xmlns:a="http://schemas.openxmlformats.org/drawingml/2006/main" w="15240">
            <a:solidFill>
              <a:srgbClr val="2563EB"/>
            </a:solidFill>
            <a:prstDash val="solid"/>
          </a:ln>
        </p:spPr>
      </p:sp>
      <p:sp>
        <p:nvSpPr>
          <p:cNvPr id="24" name="">
            <a:extLst xmlns:a="http://schemas.openxmlformats.org/drawingml/2006/main">
              <a:ext uri="{FF2B5EF4-FFF2-40B4-BE49-F238E27FC236}">
                <a16:creationId xmlns:a16="http://schemas.microsoft.com/office/drawing/2014/main" id="{236BDAC1-A3DE-43DF-BC28-A88701C91CB9}"/>
              </a:ext>
            </a:extLst>
          </p:cNvPr>
          <p:cNvSpPr>
            <a:spLocks xmlns:a="http://schemas.openxmlformats.org/drawingml/2006/main" noGrp="1"/>
          </p:cNvSpPr>
          <p:nvPr/>
        </p:nvSpPr>
        <p:spPr>
          <a:xfrm xmlns:a="http://schemas.openxmlformats.org/drawingml/2006/main">
            <a:off x="9886950" y="2057400"/>
            <a:ext cx="1543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650" b="1" i="0">
                <a:solidFill>
                  <a:srgbClr val="2563EB"/>
                </a:solidFill>
                <a:latin typeface="Aptos"/>
                <a:ea typeface="Aptos"/>
                <a:cs typeface="Aptos"/>
              </a:defRPr>
            </a:pPr>
            <a:r>
              <a:rPr sz="1650" b="1" i="0">
                <a:solidFill>
                  <a:srgbClr val="2563EB"/>
                </a:solidFill>
                <a:latin typeface="Aptos"/>
                <a:ea typeface="Aptos"/>
                <a:cs typeface="Aptos"/>
              </a:rPr>
              <a:t>MySQL</a:t>
            </a:r>
          </a:p>
        </p:txBody>
      </p:sp>
      <p:sp>
        <p:nvSpPr>
          <p:cNvPr id="25" name="">
            <a:extLst xmlns:a="http://schemas.openxmlformats.org/drawingml/2006/main">
              <a:ext uri="{FF2B5EF4-FFF2-40B4-BE49-F238E27FC236}">
                <a16:creationId xmlns:a16="http://schemas.microsoft.com/office/drawing/2014/main" id="{6F20366C-16C0-4F0A-9D89-F614870B1D2C}"/>
              </a:ext>
            </a:extLst>
          </p:cNvPr>
          <p:cNvSpPr>
            <a:spLocks xmlns:a="http://schemas.openxmlformats.org/drawingml/2006/main" noGrp="1"/>
          </p:cNvSpPr>
          <p:nvPr/>
        </p:nvSpPr>
        <p:spPr>
          <a:xfrm xmlns:a="http://schemas.openxmlformats.org/drawingml/2006/main">
            <a:off x="9867900" y="2409825"/>
            <a:ext cx="1581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275" b="0" i="0">
                <a:solidFill>
                  <a:srgbClr val="475569"/>
                </a:solidFill>
                <a:latin typeface="Aptos"/>
                <a:ea typeface="Aptos"/>
                <a:cs typeface="Aptos"/>
              </a:defRPr>
            </a:pPr>
            <a:r>
              <a:rPr sz="1275" b="0" i="0">
                <a:solidFill>
                  <a:srgbClr val="475569"/>
                </a:solidFill>
                <a:latin typeface="Aptos"/>
                <a:ea typeface="Aptos"/>
                <a:cs typeface="Aptos"/>
              </a:rPr>
              <a:t>Dữ liệu bền vững</a:t>
            </a:r>
          </a:p>
        </p:txBody>
      </p:sp>
      <p:cxnSp>
        <p:nvCxnSpPr>
          <p:cNvPr id="62" name=""/>
          <p:cNvCxnSpPr>
            <a:stCxn xmlns:a="http://schemas.openxmlformats.org/drawingml/2006/main" id="17" idx="3"/>
            <a:endCxn xmlns:a="http://schemas.openxmlformats.org/drawingml/2006/main" id="23" idx="1"/>
          </p:cNvCxnSpPr>
          <p:nvPr/>
        </p:nvCxnSpPr>
        <p:spPr>
          <a:xfrm xmlns:a="http://schemas.openxmlformats.org/drawingml/2006/main" flipV="1">
            <a:off x="9486900" y="2362200"/>
            <a:ext cx="247650" cy="847725"/>
          </a:xfrm>
          <a:prstGeom xmlns:a="http://schemas.openxmlformats.org/drawingml/2006/main" prst="bentConnector3">
            <a:avLst>
              <a:gd name="adj1" fmla="val 50000"/>
            </a:avLst>
          </a:prstGeom>
          <a:ln xmlns:a="http://schemas.openxmlformats.org/drawingml/2006/main" w="20955">
            <a:solidFill>
              <a:srgbClr val="2563EB"/>
            </a:solidFill>
            <a:prstDash val="solid"/>
            <a:tailEnd type="triangle" w="sm" len="sm"/>
          </a:ln>
        </p:spPr>
      </p:cxnSp>
      <p:sp>
        <p:nvSpPr>
          <p:cNvPr id="27" name="">
            <a:extLst xmlns:a="http://schemas.openxmlformats.org/drawingml/2006/main">
              <a:ext uri="{FF2B5EF4-FFF2-40B4-BE49-F238E27FC236}">
                <a16:creationId xmlns:a16="http://schemas.microsoft.com/office/drawing/2014/main" id="{7CE6D676-8203-4988-8904-128F3AF33CBE}"/>
              </a:ext>
            </a:extLst>
          </p:cNvPr>
          <p:cNvSpPr>
            <a:spLocks xmlns:a="http://schemas.openxmlformats.org/drawingml/2006/main" noGrp="1"/>
          </p:cNvSpPr>
          <p:nvPr/>
        </p:nvSpPr>
        <p:spPr>
          <a:xfrm xmlns:a="http://schemas.openxmlformats.org/drawingml/2006/main">
            <a:off x="9734550" y="3067050"/>
            <a:ext cx="1847850" cy="876300"/>
          </a:xfrm>
          <a:prstGeom xmlns:a="http://schemas.openxmlformats.org/drawingml/2006/main" prst="roundRect">
            <a:avLst>
              <a:gd name="adj" fmla="val 17391"/>
            </a:avLst>
          </a:prstGeom>
          <a:solidFill xmlns:a="http://schemas.openxmlformats.org/drawingml/2006/main">
            <a:srgbClr val="FFFFFF"/>
          </a:solidFill>
          <a:ln xmlns:a="http://schemas.openxmlformats.org/drawingml/2006/main" w="15240">
            <a:solidFill>
              <a:srgbClr val="DC2626"/>
            </a:solidFill>
            <a:prstDash val="solid"/>
          </a:ln>
        </p:spPr>
      </p:sp>
      <p:sp>
        <p:nvSpPr>
          <p:cNvPr id="28" name="">
            <a:extLst xmlns:a="http://schemas.openxmlformats.org/drawingml/2006/main">
              <a:ext uri="{FF2B5EF4-FFF2-40B4-BE49-F238E27FC236}">
                <a16:creationId xmlns:a16="http://schemas.microsoft.com/office/drawing/2014/main" id="{EE8D08E4-2DF9-490E-B1CB-68B90D11CFAC}"/>
              </a:ext>
            </a:extLst>
          </p:cNvPr>
          <p:cNvSpPr>
            <a:spLocks xmlns:a="http://schemas.openxmlformats.org/drawingml/2006/main" noGrp="1"/>
          </p:cNvSpPr>
          <p:nvPr/>
        </p:nvSpPr>
        <p:spPr>
          <a:xfrm xmlns:a="http://schemas.openxmlformats.org/drawingml/2006/main">
            <a:off x="9886950" y="3200400"/>
            <a:ext cx="1543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650" b="1" i="0">
                <a:solidFill>
                  <a:srgbClr val="DC2626"/>
                </a:solidFill>
                <a:latin typeface="Aptos"/>
                <a:ea typeface="Aptos"/>
                <a:cs typeface="Aptos"/>
              </a:defRPr>
            </a:pPr>
            <a:r>
              <a:rPr sz="1650" b="1" i="0">
                <a:solidFill>
                  <a:srgbClr val="DC2626"/>
                </a:solidFill>
                <a:latin typeface="Aptos"/>
                <a:ea typeface="Aptos"/>
                <a:cs typeface="Aptos"/>
              </a:rPr>
              <a:t>Redis</a:t>
            </a:r>
          </a:p>
        </p:txBody>
      </p:sp>
      <p:sp>
        <p:nvSpPr>
          <p:cNvPr id="29" name="">
            <a:extLst xmlns:a="http://schemas.openxmlformats.org/drawingml/2006/main">
              <a:ext uri="{FF2B5EF4-FFF2-40B4-BE49-F238E27FC236}">
                <a16:creationId xmlns:a16="http://schemas.microsoft.com/office/drawing/2014/main" id="{18AEC833-BE7D-43C2-B07F-27DE9AB272FA}"/>
              </a:ext>
            </a:extLst>
          </p:cNvPr>
          <p:cNvSpPr>
            <a:spLocks xmlns:a="http://schemas.openxmlformats.org/drawingml/2006/main" noGrp="1"/>
          </p:cNvSpPr>
          <p:nvPr/>
        </p:nvSpPr>
        <p:spPr>
          <a:xfrm xmlns:a="http://schemas.openxmlformats.org/drawingml/2006/main">
            <a:off x="9867900" y="3552825"/>
            <a:ext cx="1581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275" b="0" i="0">
                <a:solidFill>
                  <a:srgbClr val="475569"/>
                </a:solidFill>
                <a:latin typeface="Aptos"/>
                <a:ea typeface="Aptos"/>
                <a:cs typeface="Aptos"/>
              </a:defRPr>
            </a:pPr>
            <a:r>
              <a:rPr sz="1275" b="0" i="0">
                <a:solidFill>
                  <a:srgbClr val="475569"/>
                </a:solidFill>
                <a:latin typeface="Aptos"/>
                <a:ea typeface="Aptos"/>
                <a:cs typeface="Aptos"/>
              </a:rPr>
              <a:t>Cache &amp; state tạm</a:t>
            </a:r>
          </a:p>
        </p:txBody>
      </p:sp>
      <p:cxnSp>
        <p:nvCxnSpPr>
          <p:cNvPr id="66" name=""/>
          <p:cNvCxnSpPr>
            <a:stCxn xmlns:a="http://schemas.openxmlformats.org/drawingml/2006/main" id="17" idx="3"/>
            <a:endCxn xmlns:a="http://schemas.openxmlformats.org/drawingml/2006/main" id="27" idx="1"/>
          </p:cNvCxnSpPr>
          <p:nvPr/>
        </p:nvCxnSpPr>
        <p:spPr>
          <a:xfrm xmlns:a="http://schemas.openxmlformats.org/drawingml/2006/main">
            <a:off x="9486900" y="3209925"/>
            <a:ext cx="247650" cy="295275"/>
          </a:xfrm>
          <a:prstGeom xmlns:a="http://schemas.openxmlformats.org/drawingml/2006/main" prst="bentConnector3">
            <a:avLst>
              <a:gd name="adj1" fmla="val 50000"/>
            </a:avLst>
          </a:prstGeom>
          <a:ln xmlns:a="http://schemas.openxmlformats.org/drawingml/2006/main" w="20955">
            <a:solidFill>
              <a:srgbClr val="64748B"/>
            </a:solidFill>
            <a:prstDash val="dash"/>
            <a:tailEnd type="triangle" w="sm" len="sm"/>
          </a:ln>
        </p:spPr>
      </p:cxnSp>
      <p:sp>
        <p:nvSpPr>
          <p:cNvPr id="31" name="">
            <a:extLst xmlns:a="http://schemas.openxmlformats.org/drawingml/2006/main">
              <a:ext uri="{FF2B5EF4-FFF2-40B4-BE49-F238E27FC236}">
                <a16:creationId xmlns:a16="http://schemas.microsoft.com/office/drawing/2014/main" id="{8223E5CE-0E7F-4D6F-8015-C3E6C8B2EC8D}"/>
              </a:ext>
            </a:extLst>
          </p:cNvPr>
          <p:cNvSpPr>
            <a:spLocks xmlns:a="http://schemas.openxmlformats.org/drawingml/2006/main" noGrp="1"/>
          </p:cNvSpPr>
          <p:nvPr/>
        </p:nvSpPr>
        <p:spPr>
          <a:xfrm xmlns:a="http://schemas.openxmlformats.org/drawingml/2006/main">
            <a:off x="9734550" y="4210050"/>
            <a:ext cx="1847850" cy="876300"/>
          </a:xfrm>
          <a:prstGeom xmlns:a="http://schemas.openxmlformats.org/drawingml/2006/main" prst="roundRect">
            <a:avLst>
              <a:gd name="adj" fmla="val 17391"/>
            </a:avLst>
          </a:prstGeom>
          <a:solidFill xmlns:a="http://schemas.openxmlformats.org/drawingml/2006/main">
            <a:srgbClr val="FFFFFF"/>
          </a:solidFill>
          <a:ln xmlns:a="http://schemas.openxmlformats.org/drawingml/2006/main" w="15240">
            <a:solidFill>
              <a:srgbClr val="D97706"/>
            </a:solidFill>
            <a:prstDash val="solid"/>
          </a:ln>
        </p:spPr>
      </p:sp>
      <p:sp>
        <p:nvSpPr>
          <p:cNvPr id="32" name="">
            <a:extLst xmlns:a="http://schemas.openxmlformats.org/drawingml/2006/main">
              <a:ext uri="{FF2B5EF4-FFF2-40B4-BE49-F238E27FC236}">
                <a16:creationId xmlns:a16="http://schemas.microsoft.com/office/drawing/2014/main" id="{E1A1277C-238C-42D0-B168-C1E184A40F37}"/>
              </a:ext>
            </a:extLst>
          </p:cNvPr>
          <p:cNvSpPr>
            <a:spLocks xmlns:a="http://schemas.openxmlformats.org/drawingml/2006/main" noGrp="1"/>
          </p:cNvSpPr>
          <p:nvPr/>
        </p:nvSpPr>
        <p:spPr>
          <a:xfrm xmlns:a="http://schemas.openxmlformats.org/drawingml/2006/main">
            <a:off x="9886950" y="4343400"/>
            <a:ext cx="1543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650" b="1" i="0">
                <a:solidFill>
                  <a:srgbClr val="D97706"/>
                </a:solidFill>
                <a:latin typeface="Aptos"/>
                <a:ea typeface="Aptos"/>
                <a:cs typeface="Aptos"/>
              </a:defRPr>
            </a:pPr>
            <a:r>
              <a:rPr sz="1650" b="1" i="0">
                <a:solidFill>
                  <a:srgbClr val="D97706"/>
                </a:solidFill>
                <a:latin typeface="Aptos"/>
                <a:ea typeface="Aptos"/>
                <a:cs typeface="Aptos"/>
              </a:rPr>
              <a:t>Azure / Groq</a:t>
            </a:r>
          </a:p>
        </p:txBody>
      </p:sp>
      <p:sp>
        <p:nvSpPr>
          <p:cNvPr id="33" name="">
            <a:extLst xmlns:a="http://schemas.openxmlformats.org/drawingml/2006/main">
              <a:ext uri="{FF2B5EF4-FFF2-40B4-BE49-F238E27FC236}">
                <a16:creationId xmlns:a16="http://schemas.microsoft.com/office/drawing/2014/main" id="{5E15632D-D808-4647-8BF2-08EDD78510EB}"/>
              </a:ext>
            </a:extLst>
          </p:cNvPr>
          <p:cNvSpPr>
            <a:spLocks xmlns:a="http://schemas.openxmlformats.org/drawingml/2006/main" noGrp="1"/>
          </p:cNvSpPr>
          <p:nvPr/>
        </p:nvSpPr>
        <p:spPr>
          <a:xfrm xmlns:a="http://schemas.openxmlformats.org/drawingml/2006/main">
            <a:off x="9867900" y="4695825"/>
            <a:ext cx="1581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275" b="0" i="0">
                <a:solidFill>
                  <a:srgbClr val="475569"/>
                </a:solidFill>
                <a:latin typeface="Aptos"/>
                <a:ea typeface="Aptos"/>
                <a:cs typeface="Aptos"/>
              </a:defRPr>
            </a:pPr>
            <a:r>
              <a:rPr sz="1275" b="0" i="0">
                <a:solidFill>
                  <a:srgbClr val="475569"/>
                </a:solidFill>
                <a:latin typeface="Aptos"/>
                <a:ea typeface="Aptos"/>
                <a:cs typeface="Aptos"/>
              </a:rPr>
              <a:t>Dịch &amp; AI review</a:t>
            </a:r>
          </a:p>
        </p:txBody>
      </p:sp>
      <p:cxnSp>
        <p:nvCxnSpPr>
          <p:cNvPr id="70" name=""/>
          <p:cNvCxnSpPr>
            <a:stCxn xmlns:a="http://schemas.openxmlformats.org/drawingml/2006/main" id="17" idx="3"/>
            <a:endCxn xmlns:a="http://schemas.openxmlformats.org/drawingml/2006/main" id="31" idx="1"/>
          </p:cNvCxnSpPr>
          <p:nvPr/>
        </p:nvCxnSpPr>
        <p:spPr>
          <a:xfrm xmlns:a="http://schemas.openxmlformats.org/drawingml/2006/main">
            <a:off x="9486900" y="3209925"/>
            <a:ext cx="247650" cy="1438275"/>
          </a:xfrm>
          <a:prstGeom xmlns:a="http://schemas.openxmlformats.org/drawingml/2006/main" prst="bentConnector3">
            <a:avLst>
              <a:gd name="adj1" fmla="val 50000"/>
            </a:avLst>
          </a:prstGeom>
          <a:ln xmlns:a="http://schemas.openxmlformats.org/drawingml/2006/main" w="20955">
            <a:solidFill>
              <a:srgbClr val="64748B"/>
            </a:solidFill>
            <a:prstDash val="dash"/>
            <a:tailEnd type="triangle" w="sm" len="sm"/>
          </a:ln>
        </p:spPr>
      </p:cxnSp>
      <p:sp>
        <p:nvSpPr>
          <p:cNvPr id="35" name="">
            <a:extLst xmlns:a="http://schemas.openxmlformats.org/drawingml/2006/main">
              <a:ext uri="{FF2B5EF4-FFF2-40B4-BE49-F238E27FC236}">
                <a16:creationId xmlns:a16="http://schemas.microsoft.com/office/drawing/2014/main" id="{B6A9F47B-2E83-4737-B1A9-D67FD5B72CE4}"/>
              </a:ext>
            </a:extLst>
          </p:cNvPr>
          <p:cNvSpPr>
            <a:spLocks xmlns:a="http://schemas.openxmlformats.org/drawingml/2006/main" noGrp="1"/>
          </p:cNvSpPr>
          <p:nvPr/>
        </p:nvSpPr>
        <p:spPr>
          <a:xfrm xmlns:a="http://schemas.openxmlformats.org/drawingml/2006/main">
            <a:off x="1428750" y="4857750"/>
            <a:ext cx="7467600" cy="704850"/>
          </a:xfrm>
          <a:prstGeom xmlns:a="http://schemas.openxmlformats.org/drawingml/2006/main" prst="roundRect">
            <a:avLst>
              <a:gd name="adj" fmla="val 24324"/>
            </a:avLst>
          </a:prstGeom>
          <a:solidFill xmlns:a="http://schemas.openxmlformats.org/drawingml/2006/main">
            <a:srgbClr val="0B1F3A"/>
          </a:solidFill>
          <a:ln xmlns:a="http://schemas.openxmlformats.org/drawingml/2006/main" w="0">
            <a:solidFill>
              <a:srgbClr val="0B1F3A"/>
            </a:solidFill>
            <a:prstDash val="solid"/>
          </a:ln>
        </p:spPr>
      </p:sp>
      <p:sp>
        <p:nvSpPr>
          <p:cNvPr id="36" name="">
            <a:extLst xmlns:a="http://schemas.openxmlformats.org/drawingml/2006/main">
              <a:ext uri="{FF2B5EF4-FFF2-40B4-BE49-F238E27FC236}">
                <a16:creationId xmlns:a16="http://schemas.microsoft.com/office/drawing/2014/main" id="{F0D7C148-60D0-43C0-99EB-0A12907BE444}"/>
              </a:ext>
            </a:extLst>
          </p:cNvPr>
          <p:cNvSpPr>
            <a:spLocks xmlns:a="http://schemas.openxmlformats.org/drawingml/2006/main" noGrp="1"/>
          </p:cNvSpPr>
          <p:nvPr/>
        </p:nvSpPr>
        <p:spPr>
          <a:xfrm xmlns:a="http://schemas.openxmlformats.org/drawingml/2006/main">
            <a:off x="1657350" y="4857750"/>
            <a:ext cx="70104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875" b="1" i="0">
                <a:solidFill>
                  <a:srgbClr val="FFFFFF"/>
                </a:solidFill>
                <a:latin typeface="Aptos"/>
                <a:ea typeface="Aptos"/>
                <a:cs typeface="Aptos"/>
              </a:defRPr>
            </a:pPr>
            <a:r>
              <a:rPr sz="1875" b="1" i="0">
                <a:solidFill>
                  <a:srgbClr val="FFFFFF"/>
                </a:solidFill>
                <a:latin typeface="Aptos"/>
                <a:ea typeface="Aptos"/>
                <a:cs typeface="Aptos"/>
              </a:rPr>
              <a:t>Tách lớp làm rõ trách nhiệm: giao diện ≠ nghiệp vụ ≠ truy cập dữ liệu</a:t>
            </a:r>
          </a:p>
        </p:txBody>
      </p:sp>
    </p:spTree>
    <p:extLst>
      <p:ext uri="{BB962C8B-B14F-4D97-AF65-F5344CB8AC3E}">
        <p14:creationId xmlns:p14="http://schemas.microsoft.com/office/powerpoint/2010/main" val="1372105133"/>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1" name="">
            <a:extLst xmlns:a="http://schemas.openxmlformats.org/drawingml/2006/main">
              <a:ext uri="{FF2B5EF4-FFF2-40B4-BE49-F238E27FC236}">
                <a16:creationId xmlns:a16="http://schemas.microsoft.com/office/drawing/2014/main" id="{B2ABC7F6-118A-405F-8430-83D4BFF85B02}"/>
              </a:ext>
            </a:extLst>
          </p:cNvPr>
          <p:cNvSpPr>
            <a:spLocks xmlns:a="http://schemas.openxmlformats.org/drawingml/2006/main" noGrp="1"/>
          </p:cNvSpPr>
          <p:nvPr/>
        </p:nvSpPr>
        <p:spPr>
          <a:xfrm xmlns:a="http://schemas.openxmlformats.org/drawingml/2006/main">
            <a:off x="609600" y="285750"/>
            <a:ext cx="2038350" cy="323850"/>
          </a:xfrm>
          <a:prstGeom xmlns:a="http://schemas.openxmlformats.org/drawingml/2006/main" prst="roundRect">
            <a:avLst>
              <a:gd name="adj" fmla="val 50000"/>
            </a:avLst>
          </a:prstGeom>
          <a:solidFill xmlns:a="http://schemas.openxmlformats.org/drawingml/2006/main">
            <a:srgbClr val="EFF6FF"/>
          </a:solidFill>
          <a:ln xmlns:a="http://schemas.openxmlformats.org/drawingml/2006/main" w="9525">
            <a:solidFill>
              <a:srgbClr val="EFF6FF"/>
            </a:solidFill>
            <a:prstDash val="solid"/>
          </a:ln>
        </p:spPr>
      </p:sp>
      <p:sp>
        <p:nvSpPr>
          <p:cNvPr id="2" name="">
            <a:extLst xmlns:a="http://schemas.openxmlformats.org/drawingml/2006/main">
              <a:ext uri="{FF2B5EF4-FFF2-40B4-BE49-F238E27FC236}">
                <a16:creationId xmlns:a16="http://schemas.microsoft.com/office/drawing/2014/main" id="{A1C7EA96-7567-49A3-9AF8-4B38DF3B5607}"/>
              </a:ext>
            </a:extLst>
          </p:cNvPr>
          <p:cNvSpPr>
            <a:spLocks xmlns:a="http://schemas.openxmlformats.org/drawingml/2006/main" noGrp="1"/>
          </p:cNvSpPr>
          <p:nvPr/>
        </p:nvSpPr>
        <p:spPr>
          <a:xfrm xmlns:a="http://schemas.openxmlformats.org/drawingml/2006/main">
            <a:off x="609600" y="295275"/>
            <a:ext cx="20383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350" b="1" i="0">
                <a:solidFill>
                  <a:srgbClr val="2563EB"/>
                </a:solidFill>
                <a:latin typeface="Aptos"/>
                <a:ea typeface="Aptos"/>
                <a:cs typeface="Aptos"/>
              </a:defRPr>
            </a:pPr>
            <a:r>
              <a:rPr sz="1350" b="1" i="0">
                <a:solidFill>
                  <a:srgbClr val="2563EB"/>
                </a:solidFill>
                <a:latin typeface="Aptos"/>
                <a:ea typeface="Aptos"/>
                <a:cs typeface="Aptos"/>
              </a:rPr>
              <a:t>MÔ HÌNH DỮ LIỆU</a:t>
            </a:r>
          </a:p>
        </p:txBody>
      </p:sp>
      <p:sp>
        <p:nvSpPr>
          <p:cNvPr id="3" name="">
            <a:extLst xmlns:a="http://schemas.openxmlformats.org/drawingml/2006/main">
              <a:ext uri="{FF2B5EF4-FFF2-40B4-BE49-F238E27FC236}">
                <a16:creationId xmlns:a16="http://schemas.microsoft.com/office/drawing/2014/main" id="{9E5FDCC3-6FCF-48F8-90EA-534BCED61C44}"/>
              </a:ext>
            </a:extLst>
          </p:cNvPr>
          <p:cNvSpPr>
            <a:spLocks xmlns:a="http://schemas.openxmlformats.org/drawingml/2006/main" noGrp="1"/>
          </p:cNvSpPr>
          <p:nvPr/>
        </p:nvSpPr>
        <p:spPr>
          <a:xfrm xmlns:a="http://schemas.openxmlformats.org/drawingml/2006/main">
            <a:off x="609600" y="742950"/>
            <a:ext cx="109728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3600" b="1" i="0">
                <a:solidFill>
                  <a:srgbClr val="0B1F3A"/>
                </a:solidFill>
                <a:latin typeface="Aptos"/>
                <a:ea typeface="Aptos"/>
                <a:cs typeface="Aptos"/>
              </a:defRPr>
            </a:pPr>
            <a:r>
              <a:rPr sz="3600" b="1" i="0">
                <a:solidFill>
                  <a:srgbClr val="0B1F3A"/>
                </a:solidFill>
                <a:latin typeface="Aptos"/>
                <a:ea typeface="Aptos"/>
                <a:cs typeface="Aptos"/>
              </a:rPr>
              <a:t>Một nội dung dùng chung, nhiều tiến độ học riêng</a:t>
            </a:r>
          </a:p>
        </p:txBody>
      </p:sp>
      <p:sp>
        <p:nvSpPr>
          <p:cNvPr id="4" name="">
            <a:extLst xmlns:a="http://schemas.openxmlformats.org/drawingml/2006/main">
              <a:ext uri="{FF2B5EF4-FFF2-40B4-BE49-F238E27FC236}">
                <a16:creationId xmlns:a16="http://schemas.microsoft.com/office/drawing/2014/main" id="{F396DB58-57E3-49AA-8A21-2E28A72ECEFF}"/>
              </a:ext>
            </a:extLst>
          </p:cNvPr>
          <p:cNvSpPr>
            <a:spLocks xmlns:a="http://schemas.openxmlformats.org/drawingml/2006/main" noGrp="1"/>
          </p:cNvSpPr>
          <p:nvPr/>
        </p:nvSpPr>
        <p:spPr>
          <a:xfrm xmlns:a="http://schemas.openxmlformats.org/drawingml/2006/main">
            <a:off x="609600" y="1495425"/>
            <a:ext cx="10972800" cy="19050"/>
          </a:xfrm>
          <a:prstGeom xmlns:a="http://schemas.openxmlformats.org/drawingml/2006/main" prst="rect">
            <a:avLst/>
          </a:prstGeom>
          <a:solidFill xmlns:a="http://schemas.openxmlformats.org/drawingml/2006/main">
            <a:srgbClr val="E2E8F0"/>
          </a:solidFill>
          <a:ln xmlns:a="http://schemas.openxmlformats.org/drawingml/2006/main" w="0">
            <a:solidFill>
              <a:srgbClr val="E2E8F0"/>
            </a:solidFill>
            <a:prstDash val="solid"/>
          </a:ln>
        </p:spPr>
      </p:sp>
      <p:sp>
        <p:nvSpPr>
          <p:cNvPr id="5" name="">
            <a:extLst xmlns:a="http://schemas.openxmlformats.org/drawingml/2006/main">
              <a:ext uri="{FF2B5EF4-FFF2-40B4-BE49-F238E27FC236}">
                <a16:creationId xmlns:a16="http://schemas.microsoft.com/office/drawing/2014/main" id="{5B573BCF-221B-4721-845D-DE53648AC29E}"/>
              </a:ext>
            </a:extLst>
          </p:cNvPr>
          <p:cNvSpPr>
            <a:spLocks xmlns:a="http://schemas.openxmlformats.org/drawingml/2006/main" noGrp="1"/>
          </p:cNvSpPr>
          <p:nvPr/>
        </p:nvSpPr>
        <p:spPr>
          <a:xfrm xmlns:a="http://schemas.openxmlformats.org/drawingml/2006/main">
            <a:off x="609600" y="1495425"/>
            <a:ext cx="1143000" cy="38100"/>
          </a:xfrm>
          <a:prstGeom xmlns:a="http://schemas.openxmlformats.org/drawingml/2006/main" prst="rect">
            <a:avLst/>
          </a:prstGeom>
          <a:solidFill xmlns:a="http://schemas.openxmlformats.org/drawingml/2006/main">
            <a:srgbClr val="2563EB"/>
          </a:solidFill>
          <a:ln xmlns:a="http://schemas.openxmlformats.org/drawingml/2006/main" w="0">
            <a:solidFill>
              <a:srgbClr val="2563EB"/>
            </a:solidFill>
            <a:prstDash val="solid"/>
          </a:ln>
        </p:spPr>
      </p:sp>
      <p:sp>
        <p:nvSpPr>
          <p:cNvPr id="6" name="">
            <a:extLst xmlns:a="http://schemas.openxmlformats.org/drawingml/2006/main">
              <a:ext uri="{FF2B5EF4-FFF2-40B4-BE49-F238E27FC236}">
                <a16:creationId xmlns:a16="http://schemas.microsoft.com/office/drawing/2014/main" id="{54E5FDFB-C278-46E1-88B8-47366752068F}"/>
              </a:ext>
            </a:extLst>
          </p:cNvPr>
          <p:cNvSpPr>
            <a:spLocks xmlns:a="http://schemas.openxmlformats.org/drawingml/2006/main" noGrp="1"/>
          </p:cNvSpPr>
          <p:nvPr/>
        </p:nvSpPr>
        <p:spPr>
          <a:xfrm xmlns:a="http://schemas.openxmlformats.org/drawingml/2006/main">
            <a:off x="609600" y="6543675"/>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1" i="0">
                <a:solidFill>
                  <a:srgbClr val="94A3B8"/>
                </a:solidFill>
                <a:latin typeface="Aptos"/>
                <a:ea typeface="Aptos"/>
                <a:cs typeface="Aptos"/>
              </a:defRPr>
            </a:pPr>
            <a:r>
              <a:rPr sz="1125" b="1" i="0">
                <a:solidFill>
                  <a:srgbClr val="94A3B8"/>
                </a:solidFill>
                <a:latin typeface="Aptos"/>
                <a:ea typeface="Aptos"/>
                <a:cs typeface="Aptos"/>
              </a:rPr>
              <a:t>VOCAB APP  •  ĐỒ ÁN KHÓA LUẬN</a:t>
            </a:r>
          </a:p>
        </p:txBody>
      </p:sp>
      <p:sp>
        <p:nvSpPr>
          <p:cNvPr id="7" name="">
            <a:extLst xmlns:a="http://schemas.openxmlformats.org/drawingml/2006/main">
              <a:ext uri="{FF2B5EF4-FFF2-40B4-BE49-F238E27FC236}">
                <a16:creationId xmlns:a16="http://schemas.microsoft.com/office/drawing/2014/main" id="{D2D57FAF-5FBA-4658-BFA5-2BF36B332A49}"/>
              </a:ext>
            </a:extLst>
          </p:cNvPr>
          <p:cNvSpPr>
            <a:spLocks xmlns:a="http://schemas.openxmlformats.org/drawingml/2006/main" noGrp="1"/>
          </p:cNvSpPr>
          <p:nvPr/>
        </p:nvSpPr>
        <p:spPr>
          <a:xfrm xmlns:a="http://schemas.openxmlformats.org/drawingml/2006/main">
            <a:off x="11144250" y="6486525"/>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1" i="0">
                <a:solidFill>
                  <a:srgbClr val="64748B"/>
                </a:solidFill>
                <a:latin typeface="Aptos"/>
                <a:ea typeface="Aptos"/>
                <a:cs typeface="Aptos"/>
              </a:defRPr>
            </a:pPr>
            <a:r>
              <a:rPr sz="1350" b="1" i="0">
                <a:solidFill>
                  <a:srgbClr val="64748B"/>
                </a:solidFill>
                <a:latin typeface="Aptos"/>
                <a:ea typeface="Aptos"/>
                <a:cs typeface="Aptos"/>
              </a:rPr>
              <a:t>07</a:t>
            </a:r>
          </a:p>
        </p:txBody>
      </p:sp>
      <p:sp>
        <p:nvSpPr>
          <p:cNvPr id="8" name="">
            <a:extLst xmlns:a="http://schemas.openxmlformats.org/drawingml/2006/main">
              <a:ext uri="{FF2B5EF4-FFF2-40B4-BE49-F238E27FC236}">
                <a16:creationId xmlns:a16="http://schemas.microsoft.com/office/drawing/2014/main" id="{63E0102B-7B67-401E-A3D5-2675B881DB7F}"/>
              </a:ext>
            </a:extLst>
          </p:cNvPr>
          <p:cNvSpPr>
            <a:spLocks xmlns:a="http://schemas.openxmlformats.org/drawingml/2006/main" noGrp="1"/>
          </p:cNvSpPr>
          <p:nvPr/>
        </p:nvSpPr>
        <p:spPr>
          <a:xfrm xmlns:a="http://schemas.openxmlformats.org/drawingml/2006/main">
            <a:off x="609600" y="1962150"/>
            <a:ext cx="3390900" cy="3562350"/>
          </a:xfrm>
          <a:prstGeom xmlns:a="http://schemas.openxmlformats.org/drawingml/2006/main" prst="roundRect">
            <a:avLst>
              <a:gd name="adj" fmla="val 6180"/>
            </a:avLst>
          </a:prstGeom>
          <a:solidFill xmlns:a="http://schemas.openxmlformats.org/drawingml/2006/main">
            <a:srgbClr val="EFF6FF"/>
          </a:solidFill>
          <a:ln xmlns:a="http://schemas.openxmlformats.org/drawingml/2006/main" w="15240">
            <a:solidFill>
              <a:srgbClr val="2563EB"/>
            </a:solidFill>
            <a:prstDash val="solid"/>
          </a:ln>
        </p:spPr>
      </p:sp>
      <p:sp>
        <p:nvSpPr>
          <p:cNvPr id="9" name="">
            <a:extLst xmlns:a="http://schemas.openxmlformats.org/drawingml/2006/main">
              <a:ext uri="{FF2B5EF4-FFF2-40B4-BE49-F238E27FC236}">
                <a16:creationId xmlns:a16="http://schemas.microsoft.com/office/drawing/2014/main" id="{FC903425-5BB2-4F89-8B68-E9A2E73AF3FB}"/>
              </a:ext>
            </a:extLst>
          </p:cNvPr>
          <p:cNvSpPr>
            <a:spLocks xmlns:a="http://schemas.openxmlformats.org/drawingml/2006/main" noGrp="1"/>
          </p:cNvSpPr>
          <p:nvPr/>
        </p:nvSpPr>
        <p:spPr>
          <a:xfrm xmlns:a="http://schemas.openxmlformats.org/drawingml/2006/main">
            <a:off x="838200" y="2171700"/>
            <a:ext cx="1409700" cy="3238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9525">
            <a:solidFill>
              <a:srgbClr val="2563EB"/>
            </a:solidFill>
            <a:prstDash val="solid"/>
          </a:ln>
        </p:spPr>
      </p:sp>
      <p:sp>
        <p:nvSpPr>
          <p:cNvPr id="10" name="">
            <a:extLst xmlns:a="http://schemas.openxmlformats.org/drawingml/2006/main">
              <a:ext uri="{FF2B5EF4-FFF2-40B4-BE49-F238E27FC236}">
                <a16:creationId xmlns:a16="http://schemas.microsoft.com/office/drawing/2014/main" id="{C4553AFF-D4BD-4A85-81E0-E83BE206F659}"/>
              </a:ext>
            </a:extLst>
          </p:cNvPr>
          <p:cNvSpPr>
            <a:spLocks xmlns:a="http://schemas.openxmlformats.org/drawingml/2006/main" noGrp="1"/>
          </p:cNvSpPr>
          <p:nvPr/>
        </p:nvSpPr>
        <p:spPr>
          <a:xfrm xmlns:a="http://schemas.openxmlformats.org/drawingml/2006/main">
            <a:off x="838200" y="2181225"/>
            <a:ext cx="1409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350" b="1" i="0">
                <a:solidFill>
                  <a:srgbClr val="FFFFFF"/>
                </a:solidFill>
                <a:latin typeface="Aptos"/>
                <a:ea typeface="Aptos"/>
                <a:cs typeface="Aptos"/>
              </a:defRPr>
            </a:pPr>
            <a:r>
              <a:rPr sz="1350" b="1" i="0">
                <a:solidFill>
                  <a:srgbClr val="FFFFFF"/>
                </a:solidFill>
                <a:latin typeface="Aptos"/>
                <a:ea typeface="Aptos"/>
                <a:cs typeface="Aptos"/>
              </a:rPr>
              <a:t>DÙNG CHUNG</a:t>
            </a:r>
          </a:p>
        </p:txBody>
      </p:sp>
      <p:sp>
        <p:nvSpPr>
          <p:cNvPr id="11" name="">
            <a:extLst xmlns:a="http://schemas.openxmlformats.org/drawingml/2006/main">
              <a:ext uri="{FF2B5EF4-FFF2-40B4-BE49-F238E27FC236}">
                <a16:creationId xmlns:a16="http://schemas.microsoft.com/office/drawing/2014/main" id="{1067E09F-0C6B-45E9-A50A-C7C8239D2FA7}"/>
              </a:ext>
            </a:extLst>
          </p:cNvPr>
          <p:cNvSpPr>
            <a:spLocks xmlns:a="http://schemas.openxmlformats.org/drawingml/2006/main" noGrp="1"/>
          </p:cNvSpPr>
          <p:nvPr/>
        </p:nvSpPr>
        <p:spPr>
          <a:xfrm xmlns:a="http://schemas.openxmlformats.org/drawingml/2006/main">
            <a:off x="838200" y="2686050"/>
            <a:ext cx="2933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i="0">
                <a:solidFill>
                  <a:srgbClr val="0B1F3A"/>
                </a:solidFill>
                <a:latin typeface="Aptos"/>
                <a:ea typeface="Aptos"/>
                <a:cs typeface="Aptos"/>
              </a:defRPr>
            </a:pPr>
            <a:r>
              <a:rPr sz="2175" b="1" i="0">
                <a:solidFill>
                  <a:srgbClr val="0B1F3A"/>
                </a:solidFill>
                <a:latin typeface="Aptos"/>
                <a:ea typeface="Aptos"/>
                <a:cs typeface="Aptos"/>
              </a:rPr>
              <a:t>Nội dung chuẩn</a:t>
            </a:r>
          </a:p>
        </p:txBody>
      </p:sp>
      <p:sp>
        <p:nvSpPr>
          <p:cNvPr id="12" name="">
            <a:extLst xmlns:a="http://schemas.openxmlformats.org/drawingml/2006/main">
              <a:ext uri="{FF2B5EF4-FFF2-40B4-BE49-F238E27FC236}">
                <a16:creationId xmlns:a16="http://schemas.microsoft.com/office/drawing/2014/main" id="{B6AAA84D-4E22-48D9-86F8-DADCFC1AF2FF}"/>
              </a:ext>
            </a:extLst>
          </p:cNvPr>
          <p:cNvSpPr>
            <a:spLocks xmlns:a="http://schemas.openxmlformats.org/drawingml/2006/main" noGrp="1"/>
          </p:cNvSpPr>
          <p:nvPr/>
        </p:nvSpPr>
        <p:spPr>
          <a:xfrm xmlns:a="http://schemas.openxmlformats.org/drawingml/2006/main">
            <a:off x="857250" y="3390900"/>
            <a:ext cx="85725" cy="85725"/>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13" name="">
            <a:extLst xmlns:a="http://schemas.openxmlformats.org/drawingml/2006/main">
              <a:ext uri="{FF2B5EF4-FFF2-40B4-BE49-F238E27FC236}">
                <a16:creationId xmlns:a16="http://schemas.microsoft.com/office/drawing/2014/main" id="{E7CD8FF8-F791-48EB-A387-765FB5E9B2DA}"/>
              </a:ext>
            </a:extLst>
          </p:cNvPr>
          <p:cNvSpPr>
            <a:spLocks xmlns:a="http://schemas.openxmlformats.org/drawingml/2006/main" noGrp="1"/>
          </p:cNvSpPr>
          <p:nvPr/>
        </p:nvSpPr>
        <p:spPr>
          <a:xfrm xmlns:a="http://schemas.openxmlformats.org/drawingml/2006/main">
            <a:off x="1057275" y="3314700"/>
            <a:ext cx="26955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575" b="0" i="0">
                <a:solidFill>
                  <a:srgbClr val="475569"/>
                </a:solidFill>
                <a:latin typeface="Aptos"/>
                <a:ea typeface="Aptos"/>
                <a:cs typeface="Aptos"/>
              </a:defRPr>
            </a:pPr>
            <a:r>
              <a:rPr sz="1575" b="0" i="0">
                <a:solidFill>
                  <a:srgbClr val="475569"/>
                </a:solidFill>
                <a:latin typeface="Aptos"/>
                <a:ea typeface="Aptos"/>
                <a:cs typeface="Aptos"/>
              </a:rPr>
              <a:t>words • senses • examples</a:t>
            </a:r>
          </a:p>
        </p:txBody>
      </p:sp>
      <p:sp>
        <p:nvSpPr>
          <p:cNvPr id="14" name="">
            <a:extLst xmlns:a="http://schemas.openxmlformats.org/drawingml/2006/main">
              <a:ext uri="{FF2B5EF4-FFF2-40B4-BE49-F238E27FC236}">
                <a16:creationId xmlns:a16="http://schemas.microsoft.com/office/drawing/2014/main" id="{279317E8-6EE4-4D19-B196-1A4DC69FAFCD}"/>
              </a:ext>
            </a:extLst>
          </p:cNvPr>
          <p:cNvSpPr>
            <a:spLocks xmlns:a="http://schemas.openxmlformats.org/drawingml/2006/main" noGrp="1"/>
          </p:cNvSpPr>
          <p:nvPr/>
        </p:nvSpPr>
        <p:spPr>
          <a:xfrm xmlns:a="http://schemas.openxmlformats.org/drawingml/2006/main">
            <a:off x="857250" y="4019550"/>
            <a:ext cx="85725" cy="85725"/>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15" name="">
            <a:extLst xmlns:a="http://schemas.openxmlformats.org/drawingml/2006/main">
              <a:ext uri="{FF2B5EF4-FFF2-40B4-BE49-F238E27FC236}">
                <a16:creationId xmlns:a16="http://schemas.microsoft.com/office/drawing/2014/main" id="{48BB5CB4-C979-4C00-B042-14EAB5FF792E}"/>
              </a:ext>
            </a:extLst>
          </p:cNvPr>
          <p:cNvSpPr>
            <a:spLocks xmlns:a="http://schemas.openxmlformats.org/drawingml/2006/main" noGrp="1"/>
          </p:cNvSpPr>
          <p:nvPr/>
        </p:nvSpPr>
        <p:spPr>
          <a:xfrm xmlns:a="http://schemas.openxmlformats.org/drawingml/2006/main">
            <a:off x="1057275" y="3943350"/>
            <a:ext cx="26955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575" b="0" i="0">
                <a:solidFill>
                  <a:srgbClr val="475569"/>
                </a:solidFill>
                <a:latin typeface="Aptos"/>
                <a:ea typeface="Aptos"/>
                <a:cs typeface="Aptos"/>
              </a:defRPr>
            </a:pPr>
            <a:r>
              <a:rPr sz="1575" b="0" i="0">
                <a:solidFill>
                  <a:srgbClr val="475569"/>
                </a:solidFill>
                <a:latin typeface="Aptos"/>
                <a:ea typeface="Aptos"/>
                <a:cs typeface="Aptos"/>
              </a:rPr>
              <a:t>sounds • relations • categories</a:t>
            </a:r>
          </a:p>
        </p:txBody>
      </p:sp>
      <p:sp>
        <p:nvSpPr>
          <p:cNvPr id="16" name="">
            <a:extLst xmlns:a="http://schemas.openxmlformats.org/drawingml/2006/main">
              <a:ext uri="{FF2B5EF4-FFF2-40B4-BE49-F238E27FC236}">
                <a16:creationId xmlns:a16="http://schemas.microsoft.com/office/drawing/2014/main" id="{B191BAD4-3F53-4EB5-AD2D-0C73B57D10B7}"/>
              </a:ext>
            </a:extLst>
          </p:cNvPr>
          <p:cNvSpPr>
            <a:spLocks xmlns:a="http://schemas.openxmlformats.org/drawingml/2006/main" noGrp="1"/>
          </p:cNvSpPr>
          <p:nvPr/>
        </p:nvSpPr>
        <p:spPr>
          <a:xfrm xmlns:a="http://schemas.openxmlformats.org/drawingml/2006/main">
            <a:off x="857250" y="4648200"/>
            <a:ext cx="85725" cy="85725"/>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17" name="">
            <a:extLst xmlns:a="http://schemas.openxmlformats.org/drawingml/2006/main">
              <a:ext uri="{FF2B5EF4-FFF2-40B4-BE49-F238E27FC236}">
                <a16:creationId xmlns:a16="http://schemas.microsoft.com/office/drawing/2014/main" id="{426A5186-E813-438D-BEB6-06BAA2F97101}"/>
              </a:ext>
            </a:extLst>
          </p:cNvPr>
          <p:cNvSpPr>
            <a:spLocks xmlns:a="http://schemas.openxmlformats.org/drawingml/2006/main" noGrp="1"/>
          </p:cNvSpPr>
          <p:nvPr/>
        </p:nvSpPr>
        <p:spPr>
          <a:xfrm xmlns:a="http://schemas.openxmlformats.org/drawingml/2006/main">
            <a:off x="1057275" y="4572000"/>
            <a:ext cx="26955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575" b="0" i="0">
                <a:solidFill>
                  <a:srgbClr val="475569"/>
                </a:solidFill>
                <a:latin typeface="Aptos"/>
                <a:ea typeface="Aptos"/>
                <a:cs typeface="Aptos"/>
              </a:defRPr>
            </a:pPr>
            <a:r>
              <a:rPr sz="1575" b="0" i="0">
                <a:solidFill>
                  <a:srgbClr val="475569"/>
                </a:solidFill>
                <a:latin typeface="Aptos"/>
                <a:ea typeface="Aptos"/>
                <a:cs typeface="Aptos"/>
              </a:rPr>
              <a:t>Listening / Reading / IELTS</a:t>
            </a:r>
          </a:p>
        </p:txBody>
      </p:sp>
      <p:sp>
        <p:nvSpPr>
          <p:cNvPr id="18" name="">
            <a:extLst xmlns:a="http://schemas.openxmlformats.org/drawingml/2006/main">
              <a:ext uri="{FF2B5EF4-FFF2-40B4-BE49-F238E27FC236}">
                <a16:creationId xmlns:a16="http://schemas.microsoft.com/office/drawing/2014/main" id="{4120F9B4-EAAA-4A5C-A946-B7EAA98B8D1D}"/>
              </a:ext>
            </a:extLst>
          </p:cNvPr>
          <p:cNvSpPr>
            <a:spLocks xmlns:a="http://schemas.openxmlformats.org/drawingml/2006/main" noGrp="1"/>
          </p:cNvSpPr>
          <p:nvPr/>
        </p:nvSpPr>
        <p:spPr>
          <a:xfrm xmlns:a="http://schemas.openxmlformats.org/drawingml/2006/main">
            <a:off x="4305300" y="1962150"/>
            <a:ext cx="3390900" cy="3562350"/>
          </a:xfrm>
          <a:prstGeom xmlns:a="http://schemas.openxmlformats.org/drawingml/2006/main" prst="roundRect">
            <a:avLst>
              <a:gd name="adj" fmla="val 6180"/>
            </a:avLst>
          </a:prstGeom>
          <a:solidFill xmlns:a="http://schemas.openxmlformats.org/drawingml/2006/main">
            <a:srgbClr val="ECFDF5"/>
          </a:solidFill>
          <a:ln xmlns:a="http://schemas.openxmlformats.org/drawingml/2006/main" w="15240">
            <a:solidFill>
              <a:srgbClr val="059669"/>
            </a:solidFill>
            <a:prstDash val="solid"/>
          </a:ln>
        </p:spPr>
      </p:sp>
      <p:sp>
        <p:nvSpPr>
          <p:cNvPr id="19" name="">
            <a:extLst xmlns:a="http://schemas.openxmlformats.org/drawingml/2006/main">
              <a:ext uri="{FF2B5EF4-FFF2-40B4-BE49-F238E27FC236}">
                <a16:creationId xmlns:a16="http://schemas.microsoft.com/office/drawing/2014/main" id="{7A1A98A2-FD9F-42E3-A61E-AEDE6CE19B04}"/>
              </a:ext>
            </a:extLst>
          </p:cNvPr>
          <p:cNvSpPr>
            <a:spLocks xmlns:a="http://schemas.openxmlformats.org/drawingml/2006/main" noGrp="1"/>
          </p:cNvSpPr>
          <p:nvPr/>
        </p:nvSpPr>
        <p:spPr>
          <a:xfrm xmlns:a="http://schemas.openxmlformats.org/drawingml/2006/main">
            <a:off x="4533900" y="2171700"/>
            <a:ext cx="1409700" cy="323850"/>
          </a:xfrm>
          <a:prstGeom xmlns:a="http://schemas.openxmlformats.org/drawingml/2006/main" prst="roundRect">
            <a:avLst>
              <a:gd name="adj" fmla="val 50000"/>
            </a:avLst>
          </a:prstGeom>
          <a:solidFill xmlns:a="http://schemas.openxmlformats.org/drawingml/2006/main">
            <a:srgbClr val="059669"/>
          </a:solidFill>
          <a:ln xmlns:a="http://schemas.openxmlformats.org/drawingml/2006/main" w="9525">
            <a:solidFill>
              <a:srgbClr val="059669"/>
            </a:solidFill>
            <a:prstDash val="solid"/>
          </a:ln>
        </p:spPr>
      </p:sp>
      <p:sp>
        <p:nvSpPr>
          <p:cNvPr id="20" name="">
            <a:extLst xmlns:a="http://schemas.openxmlformats.org/drawingml/2006/main">
              <a:ext uri="{FF2B5EF4-FFF2-40B4-BE49-F238E27FC236}">
                <a16:creationId xmlns:a16="http://schemas.microsoft.com/office/drawing/2014/main" id="{8BF4BCB3-64C6-4C6B-B1EE-6C3A515E6626}"/>
              </a:ext>
            </a:extLst>
          </p:cNvPr>
          <p:cNvSpPr>
            <a:spLocks xmlns:a="http://schemas.openxmlformats.org/drawingml/2006/main" noGrp="1"/>
          </p:cNvSpPr>
          <p:nvPr/>
        </p:nvSpPr>
        <p:spPr>
          <a:xfrm xmlns:a="http://schemas.openxmlformats.org/drawingml/2006/main">
            <a:off x="4533900" y="2181225"/>
            <a:ext cx="1409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350" b="1" i="0">
                <a:solidFill>
                  <a:srgbClr val="FFFFFF"/>
                </a:solidFill>
                <a:latin typeface="Aptos"/>
                <a:ea typeface="Aptos"/>
                <a:cs typeface="Aptos"/>
              </a:defRPr>
            </a:pPr>
            <a:r>
              <a:rPr sz="1350" b="1" i="0">
                <a:solidFill>
                  <a:srgbClr val="FFFFFF"/>
                </a:solidFill>
                <a:latin typeface="Aptos"/>
                <a:ea typeface="Aptos"/>
                <a:cs typeface="Aptos"/>
              </a:rPr>
              <a:t>CÁ NHÂN</a:t>
            </a:r>
          </a:p>
        </p:txBody>
      </p:sp>
      <p:sp>
        <p:nvSpPr>
          <p:cNvPr id="21" name="">
            <a:extLst xmlns:a="http://schemas.openxmlformats.org/drawingml/2006/main">
              <a:ext uri="{FF2B5EF4-FFF2-40B4-BE49-F238E27FC236}">
                <a16:creationId xmlns:a16="http://schemas.microsoft.com/office/drawing/2014/main" id="{3333F739-959F-44BC-940B-5F32E16B88D5}"/>
              </a:ext>
            </a:extLst>
          </p:cNvPr>
          <p:cNvSpPr>
            <a:spLocks xmlns:a="http://schemas.openxmlformats.org/drawingml/2006/main" noGrp="1"/>
          </p:cNvSpPr>
          <p:nvPr/>
        </p:nvSpPr>
        <p:spPr>
          <a:xfrm xmlns:a="http://schemas.openxmlformats.org/drawingml/2006/main">
            <a:off x="4533900" y="2686050"/>
            <a:ext cx="2933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i="0">
                <a:solidFill>
                  <a:srgbClr val="0B1F3A"/>
                </a:solidFill>
                <a:latin typeface="Aptos"/>
                <a:ea typeface="Aptos"/>
                <a:cs typeface="Aptos"/>
              </a:defRPr>
            </a:pPr>
            <a:r>
              <a:rPr sz="2175" b="1" i="0">
                <a:solidFill>
                  <a:srgbClr val="0B1F3A"/>
                </a:solidFill>
                <a:latin typeface="Aptos"/>
                <a:ea typeface="Aptos"/>
                <a:cs typeface="Aptos"/>
              </a:rPr>
              <a:t>Tiến độ từng user</a:t>
            </a:r>
          </a:p>
        </p:txBody>
      </p:sp>
      <p:sp>
        <p:nvSpPr>
          <p:cNvPr id="22" name="">
            <a:extLst xmlns:a="http://schemas.openxmlformats.org/drawingml/2006/main">
              <a:ext uri="{FF2B5EF4-FFF2-40B4-BE49-F238E27FC236}">
                <a16:creationId xmlns:a16="http://schemas.microsoft.com/office/drawing/2014/main" id="{2C6E195D-511E-49DB-953F-A5FBD9AF0974}"/>
              </a:ext>
            </a:extLst>
          </p:cNvPr>
          <p:cNvSpPr>
            <a:spLocks xmlns:a="http://schemas.openxmlformats.org/drawingml/2006/main" noGrp="1"/>
          </p:cNvSpPr>
          <p:nvPr/>
        </p:nvSpPr>
        <p:spPr>
          <a:xfrm xmlns:a="http://schemas.openxmlformats.org/drawingml/2006/main">
            <a:off x="4552950" y="3390900"/>
            <a:ext cx="85725" cy="85725"/>
          </a:xfrm>
          <a:prstGeom xmlns:a="http://schemas.openxmlformats.org/drawingml/2006/main" prst="ellipse">
            <a:avLst/>
          </a:prstGeom>
          <a:solidFill xmlns:a="http://schemas.openxmlformats.org/drawingml/2006/main">
            <a:srgbClr val="059669"/>
          </a:solidFill>
          <a:ln xmlns:a="http://schemas.openxmlformats.org/drawingml/2006/main" w="0">
            <a:solidFill>
              <a:srgbClr val="059669"/>
            </a:solidFill>
            <a:prstDash val="solid"/>
          </a:ln>
        </p:spPr>
      </p:sp>
      <p:sp>
        <p:nvSpPr>
          <p:cNvPr id="23" name="">
            <a:extLst xmlns:a="http://schemas.openxmlformats.org/drawingml/2006/main">
              <a:ext uri="{FF2B5EF4-FFF2-40B4-BE49-F238E27FC236}">
                <a16:creationId xmlns:a16="http://schemas.microsoft.com/office/drawing/2014/main" id="{0C975025-332B-4B50-A610-6E39CA106BD0}"/>
              </a:ext>
            </a:extLst>
          </p:cNvPr>
          <p:cNvSpPr>
            <a:spLocks xmlns:a="http://schemas.openxmlformats.org/drawingml/2006/main" noGrp="1"/>
          </p:cNvSpPr>
          <p:nvPr/>
        </p:nvSpPr>
        <p:spPr>
          <a:xfrm xmlns:a="http://schemas.openxmlformats.org/drawingml/2006/main">
            <a:off x="4752975" y="3314700"/>
            <a:ext cx="26955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575" b="0" i="0">
                <a:solidFill>
                  <a:srgbClr val="475569"/>
                </a:solidFill>
                <a:latin typeface="Aptos"/>
                <a:ea typeface="Aptos"/>
                <a:cs typeface="Aptos"/>
              </a:defRPr>
            </a:pPr>
            <a:r>
              <a:rPr sz="1575" b="0" i="0">
                <a:solidFill>
                  <a:srgbClr val="475569"/>
                </a:solidFill>
                <a:latin typeface="Aptos"/>
                <a:ea typeface="Aptos"/>
                <a:cs typeface="Aptos"/>
              </a:rPr>
              <a:t>UserVocabulary &amp; saved sense</a:t>
            </a:r>
          </a:p>
        </p:txBody>
      </p:sp>
      <p:sp>
        <p:nvSpPr>
          <p:cNvPr id="24" name="">
            <a:extLst xmlns:a="http://schemas.openxmlformats.org/drawingml/2006/main">
              <a:ext uri="{FF2B5EF4-FFF2-40B4-BE49-F238E27FC236}">
                <a16:creationId xmlns:a16="http://schemas.microsoft.com/office/drawing/2014/main" id="{CE6A7CA2-1D8E-4284-BA7A-1DFC3B5CA6BE}"/>
              </a:ext>
            </a:extLst>
          </p:cNvPr>
          <p:cNvSpPr>
            <a:spLocks xmlns:a="http://schemas.openxmlformats.org/drawingml/2006/main" noGrp="1"/>
          </p:cNvSpPr>
          <p:nvPr/>
        </p:nvSpPr>
        <p:spPr>
          <a:xfrm xmlns:a="http://schemas.openxmlformats.org/drawingml/2006/main">
            <a:off x="4552950" y="4019550"/>
            <a:ext cx="85725" cy="85725"/>
          </a:xfrm>
          <a:prstGeom xmlns:a="http://schemas.openxmlformats.org/drawingml/2006/main" prst="ellipse">
            <a:avLst/>
          </a:prstGeom>
          <a:solidFill xmlns:a="http://schemas.openxmlformats.org/drawingml/2006/main">
            <a:srgbClr val="059669"/>
          </a:solidFill>
          <a:ln xmlns:a="http://schemas.openxmlformats.org/drawingml/2006/main" w="0">
            <a:solidFill>
              <a:srgbClr val="059669"/>
            </a:solidFill>
            <a:prstDash val="solid"/>
          </a:ln>
        </p:spPr>
      </p:sp>
      <p:sp>
        <p:nvSpPr>
          <p:cNvPr id="25" name="">
            <a:extLst xmlns:a="http://schemas.openxmlformats.org/drawingml/2006/main">
              <a:ext uri="{FF2B5EF4-FFF2-40B4-BE49-F238E27FC236}">
                <a16:creationId xmlns:a16="http://schemas.microsoft.com/office/drawing/2014/main" id="{009B107A-B9E4-42A7-B849-0558561F79A7}"/>
              </a:ext>
            </a:extLst>
          </p:cNvPr>
          <p:cNvSpPr>
            <a:spLocks xmlns:a="http://schemas.openxmlformats.org/drawingml/2006/main" noGrp="1"/>
          </p:cNvSpPr>
          <p:nvPr/>
        </p:nvSpPr>
        <p:spPr>
          <a:xfrm xmlns:a="http://schemas.openxmlformats.org/drawingml/2006/main">
            <a:off x="4752975" y="3943350"/>
            <a:ext cx="26955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575" b="0" i="0">
                <a:solidFill>
                  <a:srgbClr val="475569"/>
                </a:solidFill>
                <a:latin typeface="Aptos"/>
                <a:ea typeface="Aptos"/>
                <a:cs typeface="Aptos"/>
              </a:defRPr>
            </a:pPr>
            <a:r>
              <a:rPr sz="1575" b="0" i="0">
                <a:solidFill>
                  <a:srgbClr val="475569"/>
                </a:solidFill>
                <a:latin typeface="Aptos"/>
                <a:ea typeface="Aptos"/>
                <a:cs typeface="Aptos"/>
              </a:rPr>
              <a:t>level • correct turns • nextReviewAt</a:t>
            </a:r>
          </a:p>
        </p:txBody>
      </p:sp>
      <p:sp>
        <p:nvSpPr>
          <p:cNvPr id="26" name="">
            <a:extLst xmlns:a="http://schemas.openxmlformats.org/drawingml/2006/main">
              <a:ext uri="{FF2B5EF4-FFF2-40B4-BE49-F238E27FC236}">
                <a16:creationId xmlns:a16="http://schemas.microsoft.com/office/drawing/2014/main" id="{B38C4B49-F6A7-49DD-A54B-AD2CF73F8107}"/>
              </a:ext>
            </a:extLst>
          </p:cNvPr>
          <p:cNvSpPr>
            <a:spLocks xmlns:a="http://schemas.openxmlformats.org/drawingml/2006/main" noGrp="1"/>
          </p:cNvSpPr>
          <p:nvPr/>
        </p:nvSpPr>
        <p:spPr>
          <a:xfrm xmlns:a="http://schemas.openxmlformats.org/drawingml/2006/main">
            <a:off x="4552950" y="4648200"/>
            <a:ext cx="85725" cy="85725"/>
          </a:xfrm>
          <a:prstGeom xmlns:a="http://schemas.openxmlformats.org/drawingml/2006/main" prst="ellipse">
            <a:avLst/>
          </a:prstGeom>
          <a:solidFill xmlns:a="http://schemas.openxmlformats.org/drawingml/2006/main">
            <a:srgbClr val="059669"/>
          </a:solidFill>
          <a:ln xmlns:a="http://schemas.openxmlformats.org/drawingml/2006/main" w="0">
            <a:solidFill>
              <a:srgbClr val="059669"/>
            </a:solidFill>
            <a:prstDash val="solid"/>
          </a:ln>
        </p:spPr>
      </p:sp>
      <p:sp>
        <p:nvSpPr>
          <p:cNvPr id="27" name="">
            <a:extLst xmlns:a="http://schemas.openxmlformats.org/drawingml/2006/main">
              <a:ext uri="{FF2B5EF4-FFF2-40B4-BE49-F238E27FC236}">
                <a16:creationId xmlns:a16="http://schemas.microsoft.com/office/drawing/2014/main" id="{034522A0-BF38-4B63-80B9-DFA5C80DCE12}"/>
              </a:ext>
            </a:extLst>
          </p:cNvPr>
          <p:cNvSpPr>
            <a:spLocks xmlns:a="http://schemas.openxmlformats.org/drawingml/2006/main" noGrp="1"/>
          </p:cNvSpPr>
          <p:nvPr/>
        </p:nvSpPr>
        <p:spPr>
          <a:xfrm xmlns:a="http://schemas.openxmlformats.org/drawingml/2006/main">
            <a:off x="4752975" y="4572000"/>
            <a:ext cx="26955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575" b="0" i="0">
                <a:solidFill>
                  <a:srgbClr val="475569"/>
                </a:solidFill>
                <a:latin typeface="Aptos"/>
                <a:ea typeface="Aptos"/>
                <a:cs typeface="Aptos"/>
              </a:defRPr>
            </a:pPr>
            <a:r>
              <a:rPr sz="1575" b="0" i="0">
                <a:solidFill>
                  <a:srgbClr val="475569"/>
                </a:solidFill>
                <a:latin typeface="Aptos"/>
                <a:ea typeface="Aptos"/>
                <a:cs typeface="Aptos"/>
              </a:rPr>
              <a:t>history • attempts • completion</a:t>
            </a:r>
          </a:p>
        </p:txBody>
      </p:sp>
      <p:sp>
        <p:nvSpPr>
          <p:cNvPr id="28" name="">
            <a:extLst xmlns:a="http://schemas.openxmlformats.org/drawingml/2006/main">
              <a:ext uri="{FF2B5EF4-FFF2-40B4-BE49-F238E27FC236}">
                <a16:creationId xmlns:a16="http://schemas.microsoft.com/office/drawing/2014/main" id="{F8D8C606-5382-4340-AC4E-764753CED9E7}"/>
              </a:ext>
            </a:extLst>
          </p:cNvPr>
          <p:cNvSpPr>
            <a:spLocks xmlns:a="http://schemas.openxmlformats.org/drawingml/2006/main" noGrp="1"/>
          </p:cNvSpPr>
          <p:nvPr/>
        </p:nvSpPr>
        <p:spPr>
          <a:xfrm xmlns:a="http://schemas.openxmlformats.org/drawingml/2006/main">
            <a:off x="8001000" y="1962150"/>
            <a:ext cx="3390900" cy="3562350"/>
          </a:xfrm>
          <a:prstGeom xmlns:a="http://schemas.openxmlformats.org/drawingml/2006/main" prst="roundRect">
            <a:avLst>
              <a:gd name="adj" fmla="val 6180"/>
            </a:avLst>
          </a:prstGeom>
          <a:solidFill xmlns:a="http://schemas.openxmlformats.org/drawingml/2006/main">
            <a:srgbClr val="FFFBEB"/>
          </a:solidFill>
          <a:ln xmlns:a="http://schemas.openxmlformats.org/drawingml/2006/main" w="15240">
            <a:solidFill>
              <a:srgbClr val="D97706"/>
            </a:solidFill>
            <a:prstDash val="solid"/>
          </a:ln>
        </p:spPr>
      </p:sp>
      <p:sp>
        <p:nvSpPr>
          <p:cNvPr id="29" name="">
            <a:extLst xmlns:a="http://schemas.openxmlformats.org/drawingml/2006/main">
              <a:ext uri="{FF2B5EF4-FFF2-40B4-BE49-F238E27FC236}">
                <a16:creationId xmlns:a16="http://schemas.microsoft.com/office/drawing/2014/main" id="{5C0FE7C8-0A8B-41DE-814E-934C20F42750}"/>
              </a:ext>
            </a:extLst>
          </p:cNvPr>
          <p:cNvSpPr>
            <a:spLocks xmlns:a="http://schemas.openxmlformats.org/drawingml/2006/main" noGrp="1"/>
          </p:cNvSpPr>
          <p:nvPr/>
        </p:nvSpPr>
        <p:spPr>
          <a:xfrm xmlns:a="http://schemas.openxmlformats.org/drawingml/2006/main">
            <a:off x="8229600" y="2171700"/>
            <a:ext cx="1409700" cy="323850"/>
          </a:xfrm>
          <a:prstGeom xmlns:a="http://schemas.openxmlformats.org/drawingml/2006/main" prst="roundRect">
            <a:avLst>
              <a:gd name="adj" fmla="val 50000"/>
            </a:avLst>
          </a:prstGeom>
          <a:solidFill xmlns:a="http://schemas.openxmlformats.org/drawingml/2006/main">
            <a:srgbClr val="D97706"/>
          </a:solidFill>
          <a:ln xmlns:a="http://schemas.openxmlformats.org/drawingml/2006/main" w="9525">
            <a:solidFill>
              <a:srgbClr val="D97706"/>
            </a:solidFill>
            <a:prstDash val="solid"/>
          </a:ln>
        </p:spPr>
      </p:sp>
      <p:sp>
        <p:nvSpPr>
          <p:cNvPr id="30" name="">
            <a:extLst xmlns:a="http://schemas.openxmlformats.org/drawingml/2006/main">
              <a:ext uri="{FF2B5EF4-FFF2-40B4-BE49-F238E27FC236}">
                <a16:creationId xmlns:a16="http://schemas.microsoft.com/office/drawing/2014/main" id="{EEC13A99-E963-4C45-B414-FCC88C4D051C}"/>
              </a:ext>
            </a:extLst>
          </p:cNvPr>
          <p:cNvSpPr>
            <a:spLocks xmlns:a="http://schemas.openxmlformats.org/drawingml/2006/main" noGrp="1"/>
          </p:cNvSpPr>
          <p:nvPr/>
        </p:nvSpPr>
        <p:spPr>
          <a:xfrm xmlns:a="http://schemas.openxmlformats.org/drawingml/2006/main">
            <a:off x="8229600" y="2181225"/>
            <a:ext cx="1409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350" b="1" i="0">
                <a:solidFill>
                  <a:srgbClr val="FFFFFF"/>
                </a:solidFill>
                <a:latin typeface="Aptos"/>
                <a:ea typeface="Aptos"/>
                <a:cs typeface="Aptos"/>
              </a:defRPr>
            </a:pPr>
            <a:r>
              <a:rPr sz="1350" b="1" i="0">
                <a:solidFill>
                  <a:srgbClr val="FFFFFF"/>
                </a:solidFill>
                <a:latin typeface="Aptos"/>
                <a:ea typeface="Aptos"/>
                <a:cs typeface="Aptos"/>
              </a:rPr>
              <a:t>TẠM THỜI</a:t>
            </a:r>
          </a:p>
        </p:txBody>
      </p:sp>
      <p:sp>
        <p:nvSpPr>
          <p:cNvPr id="31" name="">
            <a:extLst xmlns:a="http://schemas.openxmlformats.org/drawingml/2006/main">
              <a:ext uri="{FF2B5EF4-FFF2-40B4-BE49-F238E27FC236}">
                <a16:creationId xmlns:a16="http://schemas.microsoft.com/office/drawing/2014/main" id="{6B0FEB5B-081C-4BB8-A49E-F01A940E4BF6}"/>
              </a:ext>
            </a:extLst>
          </p:cNvPr>
          <p:cNvSpPr>
            <a:spLocks xmlns:a="http://schemas.openxmlformats.org/drawingml/2006/main" noGrp="1"/>
          </p:cNvSpPr>
          <p:nvPr/>
        </p:nvSpPr>
        <p:spPr>
          <a:xfrm xmlns:a="http://schemas.openxmlformats.org/drawingml/2006/main">
            <a:off x="8229600" y="2686050"/>
            <a:ext cx="29337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i="0">
                <a:solidFill>
                  <a:srgbClr val="0B1F3A"/>
                </a:solidFill>
                <a:latin typeface="Aptos"/>
                <a:ea typeface="Aptos"/>
                <a:cs typeface="Aptos"/>
              </a:defRPr>
            </a:pPr>
            <a:r>
              <a:rPr sz="2175" b="1" i="0">
                <a:solidFill>
                  <a:srgbClr val="0B1F3A"/>
                </a:solidFill>
                <a:latin typeface="Aptos"/>
                <a:ea typeface="Aptos"/>
                <a:cs typeface="Aptos"/>
              </a:rPr>
              <a:t>Cache tái tạo được</a:t>
            </a:r>
          </a:p>
        </p:txBody>
      </p:sp>
      <p:sp>
        <p:nvSpPr>
          <p:cNvPr id="32" name="">
            <a:extLst xmlns:a="http://schemas.openxmlformats.org/drawingml/2006/main">
              <a:ext uri="{FF2B5EF4-FFF2-40B4-BE49-F238E27FC236}">
                <a16:creationId xmlns:a16="http://schemas.microsoft.com/office/drawing/2014/main" id="{9B9D6123-6909-40D8-BEC8-134F689C99A4}"/>
              </a:ext>
            </a:extLst>
          </p:cNvPr>
          <p:cNvSpPr>
            <a:spLocks xmlns:a="http://schemas.openxmlformats.org/drawingml/2006/main" noGrp="1"/>
          </p:cNvSpPr>
          <p:nvPr/>
        </p:nvSpPr>
        <p:spPr>
          <a:xfrm xmlns:a="http://schemas.openxmlformats.org/drawingml/2006/main">
            <a:off x="8248650" y="3390900"/>
            <a:ext cx="85725" cy="85725"/>
          </a:xfrm>
          <a:prstGeom xmlns:a="http://schemas.openxmlformats.org/drawingml/2006/main" prst="ellipse">
            <a:avLst/>
          </a:prstGeom>
          <a:solidFill xmlns:a="http://schemas.openxmlformats.org/drawingml/2006/main">
            <a:srgbClr val="D97706"/>
          </a:solidFill>
          <a:ln xmlns:a="http://schemas.openxmlformats.org/drawingml/2006/main" w="0">
            <a:solidFill>
              <a:srgbClr val="D97706"/>
            </a:solidFill>
            <a:prstDash val="solid"/>
          </a:ln>
        </p:spPr>
      </p:sp>
      <p:sp>
        <p:nvSpPr>
          <p:cNvPr id="33" name="">
            <a:extLst xmlns:a="http://schemas.openxmlformats.org/drawingml/2006/main">
              <a:ext uri="{FF2B5EF4-FFF2-40B4-BE49-F238E27FC236}">
                <a16:creationId xmlns:a16="http://schemas.microsoft.com/office/drawing/2014/main" id="{1F5D4567-F396-4013-9DC8-B2A3A476B5BD}"/>
              </a:ext>
            </a:extLst>
          </p:cNvPr>
          <p:cNvSpPr>
            <a:spLocks xmlns:a="http://schemas.openxmlformats.org/drawingml/2006/main" noGrp="1"/>
          </p:cNvSpPr>
          <p:nvPr/>
        </p:nvSpPr>
        <p:spPr>
          <a:xfrm xmlns:a="http://schemas.openxmlformats.org/drawingml/2006/main">
            <a:off x="8448675" y="3314700"/>
            <a:ext cx="26955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575" b="0" i="0">
                <a:solidFill>
                  <a:srgbClr val="475569"/>
                </a:solidFill>
                <a:latin typeface="Aptos"/>
                <a:ea typeface="Aptos"/>
                <a:cs typeface="Aptos"/>
              </a:defRPr>
            </a:pPr>
            <a:r>
              <a:rPr sz="1575" b="0" i="0">
                <a:solidFill>
                  <a:srgbClr val="475569"/>
                </a:solidFill>
                <a:latin typeface="Aptos"/>
                <a:ea typeface="Aptos"/>
                <a:cs typeface="Aptos"/>
              </a:rPr>
              <a:t>word response cache</a:t>
            </a:r>
          </a:p>
        </p:txBody>
      </p:sp>
      <p:sp>
        <p:nvSpPr>
          <p:cNvPr id="34" name="">
            <a:extLst xmlns:a="http://schemas.openxmlformats.org/drawingml/2006/main">
              <a:ext uri="{FF2B5EF4-FFF2-40B4-BE49-F238E27FC236}">
                <a16:creationId xmlns:a16="http://schemas.microsoft.com/office/drawing/2014/main" id="{C8B8A479-DA36-41E6-B643-BBADEBABF521}"/>
              </a:ext>
            </a:extLst>
          </p:cNvPr>
          <p:cNvSpPr>
            <a:spLocks xmlns:a="http://schemas.openxmlformats.org/drawingml/2006/main" noGrp="1"/>
          </p:cNvSpPr>
          <p:nvPr/>
        </p:nvSpPr>
        <p:spPr>
          <a:xfrm xmlns:a="http://schemas.openxmlformats.org/drawingml/2006/main">
            <a:off x="8248650" y="4019550"/>
            <a:ext cx="85725" cy="85725"/>
          </a:xfrm>
          <a:prstGeom xmlns:a="http://schemas.openxmlformats.org/drawingml/2006/main" prst="ellipse">
            <a:avLst/>
          </a:prstGeom>
          <a:solidFill xmlns:a="http://schemas.openxmlformats.org/drawingml/2006/main">
            <a:srgbClr val="D97706"/>
          </a:solidFill>
          <a:ln xmlns:a="http://schemas.openxmlformats.org/drawingml/2006/main" w="0">
            <a:solidFill>
              <a:srgbClr val="D97706"/>
            </a:solidFill>
            <a:prstDash val="solid"/>
          </a:ln>
        </p:spPr>
      </p:sp>
      <p:sp>
        <p:nvSpPr>
          <p:cNvPr id="35" name="">
            <a:extLst xmlns:a="http://schemas.openxmlformats.org/drawingml/2006/main">
              <a:ext uri="{FF2B5EF4-FFF2-40B4-BE49-F238E27FC236}">
                <a16:creationId xmlns:a16="http://schemas.microsoft.com/office/drawing/2014/main" id="{ECD05233-5072-4C43-B7A3-64861F128940}"/>
              </a:ext>
            </a:extLst>
          </p:cNvPr>
          <p:cNvSpPr>
            <a:spLocks xmlns:a="http://schemas.openxmlformats.org/drawingml/2006/main" noGrp="1"/>
          </p:cNvSpPr>
          <p:nvPr/>
        </p:nvSpPr>
        <p:spPr>
          <a:xfrm xmlns:a="http://schemas.openxmlformats.org/drawingml/2006/main">
            <a:off x="8448675" y="3943350"/>
            <a:ext cx="26955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575" b="0" i="0">
                <a:solidFill>
                  <a:srgbClr val="475569"/>
                </a:solidFill>
                <a:latin typeface="Aptos"/>
                <a:ea typeface="Aptos"/>
                <a:cs typeface="Aptos"/>
              </a:defRPr>
            </a:pPr>
            <a:r>
              <a:rPr sz="1575" b="0" i="0">
                <a:solidFill>
                  <a:srgbClr val="475569"/>
                </a:solidFill>
                <a:latin typeface="Aptos"/>
                <a:ea typeface="Aptos"/>
                <a:cs typeface="Aptos"/>
              </a:rPr>
              <a:t>review snapshots &amp; reservations</a:t>
            </a:r>
          </a:p>
        </p:txBody>
      </p:sp>
      <p:sp>
        <p:nvSpPr>
          <p:cNvPr id="36" name="">
            <a:extLst xmlns:a="http://schemas.openxmlformats.org/drawingml/2006/main">
              <a:ext uri="{FF2B5EF4-FFF2-40B4-BE49-F238E27FC236}">
                <a16:creationId xmlns:a16="http://schemas.microsoft.com/office/drawing/2014/main" id="{BB47B569-CFB4-47F1-B434-23DCFE44EC6C}"/>
              </a:ext>
            </a:extLst>
          </p:cNvPr>
          <p:cNvSpPr>
            <a:spLocks xmlns:a="http://schemas.openxmlformats.org/drawingml/2006/main" noGrp="1"/>
          </p:cNvSpPr>
          <p:nvPr/>
        </p:nvSpPr>
        <p:spPr>
          <a:xfrm xmlns:a="http://schemas.openxmlformats.org/drawingml/2006/main">
            <a:off x="8248650" y="4648200"/>
            <a:ext cx="85725" cy="85725"/>
          </a:xfrm>
          <a:prstGeom xmlns:a="http://schemas.openxmlformats.org/drawingml/2006/main" prst="ellipse">
            <a:avLst/>
          </a:prstGeom>
          <a:solidFill xmlns:a="http://schemas.openxmlformats.org/drawingml/2006/main">
            <a:srgbClr val="D97706"/>
          </a:solidFill>
          <a:ln xmlns:a="http://schemas.openxmlformats.org/drawingml/2006/main" w="0">
            <a:solidFill>
              <a:srgbClr val="D97706"/>
            </a:solidFill>
            <a:prstDash val="solid"/>
          </a:ln>
        </p:spPr>
      </p:sp>
      <p:sp>
        <p:nvSpPr>
          <p:cNvPr id="37" name="">
            <a:extLst xmlns:a="http://schemas.openxmlformats.org/drawingml/2006/main">
              <a:ext uri="{FF2B5EF4-FFF2-40B4-BE49-F238E27FC236}">
                <a16:creationId xmlns:a16="http://schemas.microsoft.com/office/drawing/2014/main" id="{BB0C02F0-6CBE-4200-8394-E70FB16E8ABF}"/>
              </a:ext>
            </a:extLst>
          </p:cNvPr>
          <p:cNvSpPr>
            <a:spLocks xmlns:a="http://schemas.openxmlformats.org/drawingml/2006/main" noGrp="1"/>
          </p:cNvSpPr>
          <p:nvPr/>
        </p:nvSpPr>
        <p:spPr>
          <a:xfrm xmlns:a="http://schemas.openxmlformats.org/drawingml/2006/main">
            <a:off x="8448675" y="4572000"/>
            <a:ext cx="269557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575" b="0" i="0">
                <a:solidFill>
                  <a:srgbClr val="475569"/>
                </a:solidFill>
                <a:latin typeface="Aptos"/>
                <a:ea typeface="Aptos"/>
                <a:cs typeface="Aptos"/>
              </a:defRPr>
            </a:pPr>
            <a:r>
              <a:rPr sz="1575" b="0" i="0">
                <a:solidFill>
                  <a:srgbClr val="475569"/>
                </a:solidFill>
                <a:latin typeface="Aptos"/>
                <a:ea typeface="Aptos"/>
                <a:cs typeface="Aptos"/>
              </a:rPr>
              <a:t>reading quiz cache</a:t>
            </a:r>
          </a:p>
        </p:txBody>
      </p:sp>
      <p:sp>
        <p:nvSpPr>
          <p:cNvPr id="38" name="">
            <a:extLst xmlns:a="http://schemas.openxmlformats.org/drawingml/2006/main">
              <a:ext uri="{FF2B5EF4-FFF2-40B4-BE49-F238E27FC236}">
                <a16:creationId xmlns:a16="http://schemas.microsoft.com/office/drawing/2014/main" id="{6E374918-2AC4-4D89-B703-F9F295238A86}"/>
              </a:ext>
            </a:extLst>
          </p:cNvPr>
          <p:cNvSpPr>
            <a:spLocks xmlns:a="http://schemas.openxmlformats.org/drawingml/2006/main" noGrp="1"/>
          </p:cNvSpPr>
          <p:nvPr/>
        </p:nvSpPr>
        <p:spPr>
          <a:xfrm xmlns:a="http://schemas.openxmlformats.org/drawingml/2006/main">
            <a:off x="1009650" y="5781675"/>
            <a:ext cx="2476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75" b="1" i="0">
                <a:solidFill>
                  <a:srgbClr val="2563EB"/>
                </a:solidFill>
                <a:latin typeface="Aptos"/>
                <a:ea typeface="Aptos"/>
                <a:cs typeface="Aptos"/>
              </a:defRPr>
            </a:pPr>
            <a:r>
              <a:rPr sz="1575" b="1" i="0">
                <a:solidFill>
                  <a:srgbClr val="2563EB"/>
                </a:solidFill>
                <a:latin typeface="Aptos"/>
                <a:ea typeface="Aptos"/>
                <a:cs typeface="Aptos"/>
              </a:rPr>
              <a:t>Tái sử dụng tối đa</a:t>
            </a:r>
          </a:p>
        </p:txBody>
      </p:sp>
      <p:sp>
        <p:nvSpPr>
          <p:cNvPr id="39" name="">
            <a:extLst xmlns:a="http://schemas.openxmlformats.org/drawingml/2006/main">
              <a:ext uri="{FF2B5EF4-FFF2-40B4-BE49-F238E27FC236}">
                <a16:creationId xmlns:a16="http://schemas.microsoft.com/office/drawing/2014/main" id="{1F661F26-09A3-42EE-AE30-EB804539BAE4}"/>
              </a:ext>
            </a:extLst>
          </p:cNvPr>
          <p:cNvSpPr>
            <a:spLocks xmlns:a="http://schemas.openxmlformats.org/drawingml/2006/main" noGrp="1"/>
          </p:cNvSpPr>
          <p:nvPr/>
        </p:nvSpPr>
        <p:spPr>
          <a:xfrm xmlns:a="http://schemas.openxmlformats.org/drawingml/2006/main">
            <a:off x="4857750" y="5781675"/>
            <a:ext cx="2476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75" b="1" i="0">
                <a:solidFill>
                  <a:srgbClr val="059669"/>
                </a:solidFill>
                <a:latin typeface="Aptos"/>
                <a:ea typeface="Aptos"/>
                <a:cs typeface="Aptos"/>
              </a:defRPr>
            </a:pPr>
            <a:r>
              <a:rPr sz="1575" b="1" i="0">
                <a:solidFill>
                  <a:srgbClr val="059669"/>
                </a:solidFill>
                <a:latin typeface="Aptos"/>
                <a:ea typeface="Aptos"/>
                <a:cs typeface="Aptos"/>
              </a:rPr>
              <a:t>Độc lập theo người dùng</a:t>
            </a:r>
          </a:p>
        </p:txBody>
      </p:sp>
      <p:sp>
        <p:nvSpPr>
          <p:cNvPr id="40" name="">
            <a:extLst xmlns:a="http://schemas.openxmlformats.org/drawingml/2006/main">
              <a:ext uri="{FF2B5EF4-FFF2-40B4-BE49-F238E27FC236}">
                <a16:creationId xmlns:a16="http://schemas.microsoft.com/office/drawing/2014/main" id="{726161CF-F70D-46D8-B4B8-CDC17560B888}"/>
              </a:ext>
            </a:extLst>
          </p:cNvPr>
          <p:cNvSpPr>
            <a:spLocks xmlns:a="http://schemas.openxmlformats.org/drawingml/2006/main" noGrp="1"/>
          </p:cNvSpPr>
          <p:nvPr/>
        </p:nvSpPr>
        <p:spPr>
          <a:xfrm xmlns:a="http://schemas.openxmlformats.org/drawingml/2006/main">
            <a:off x="8553450" y="5781675"/>
            <a:ext cx="285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1" i="0">
                <a:solidFill>
                  <a:srgbClr val="D97706"/>
                </a:solidFill>
                <a:latin typeface="Aptos"/>
                <a:ea typeface="Aptos"/>
                <a:cs typeface="Aptos"/>
              </a:defRPr>
            </a:pPr>
            <a:r>
              <a:rPr sz="1500" b="1" i="0">
                <a:solidFill>
                  <a:srgbClr val="D97706"/>
                </a:solidFill>
                <a:latin typeface="Aptos"/>
                <a:ea typeface="Aptos"/>
                <a:cs typeface="Aptos"/>
              </a:rPr>
              <a:t>Nhanh nhưng không là nguồn sự thật</a:t>
            </a:r>
          </a:p>
        </p:txBody>
      </p:sp>
    </p:spTree>
    <p:extLst>
      <p:ext uri="{BB962C8B-B14F-4D97-AF65-F5344CB8AC3E}">
        <p14:creationId xmlns:p14="http://schemas.microsoft.com/office/powerpoint/2010/main" val="110257553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4" name="">
            <a:extLst xmlns:a="http://schemas.openxmlformats.org/drawingml/2006/main">
              <a:ext uri="{FF2B5EF4-FFF2-40B4-BE49-F238E27FC236}">
                <a16:creationId xmlns:a16="http://schemas.microsoft.com/office/drawing/2014/main" id="{23823137-0B4D-45BB-87D6-953A028D85DA}"/>
              </a:ext>
            </a:extLst>
          </p:cNvPr>
          <p:cNvSpPr>
            <a:spLocks xmlns:a="http://schemas.openxmlformats.org/drawingml/2006/main" noGrp="1"/>
          </p:cNvSpPr>
          <p:nvPr/>
        </p:nvSpPr>
        <p:spPr>
          <a:xfrm xmlns:a="http://schemas.openxmlformats.org/drawingml/2006/main">
            <a:off x="609600" y="285750"/>
            <a:ext cx="1924050" cy="323850"/>
          </a:xfrm>
          <a:prstGeom xmlns:a="http://schemas.openxmlformats.org/drawingml/2006/main" prst="roundRect">
            <a:avLst>
              <a:gd name="adj" fmla="val 50000"/>
            </a:avLst>
          </a:prstGeom>
          <a:solidFill xmlns:a="http://schemas.openxmlformats.org/drawingml/2006/main">
            <a:srgbClr val="EFF6FF"/>
          </a:solidFill>
          <a:ln xmlns:a="http://schemas.openxmlformats.org/drawingml/2006/main" w="9525">
            <a:solidFill>
              <a:srgbClr val="EFF6FF"/>
            </a:solidFill>
            <a:prstDash val="solid"/>
          </a:ln>
        </p:spPr>
      </p:sp>
      <p:sp>
        <p:nvSpPr>
          <p:cNvPr id="2" name="">
            <a:extLst xmlns:a="http://schemas.openxmlformats.org/drawingml/2006/main">
              <a:ext uri="{FF2B5EF4-FFF2-40B4-BE49-F238E27FC236}">
                <a16:creationId xmlns:a16="http://schemas.microsoft.com/office/drawing/2014/main" id="{A4FD7D94-F8A1-4B11-B6DE-3AF48D4CD71D}"/>
              </a:ext>
            </a:extLst>
          </p:cNvPr>
          <p:cNvSpPr>
            <a:spLocks xmlns:a="http://schemas.openxmlformats.org/drawingml/2006/main" noGrp="1"/>
          </p:cNvSpPr>
          <p:nvPr/>
        </p:nvSpPr>
        <p:spPr>
          <a:xfrm xmlns:a="http://schemas.openxmlformats.org/drawingml/2006/main">
            <a:off x="609600" y="295275"/>
            <a:ext cx="19240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350" b="1" i="0">
                <a:solidFill>
                  <a:srgbClr val="2563EB"/>
                </a:solidFill>
                <a:latin typeface="Aptos"/>
                <a:ea typeface="Aptos"/>
                <a:cs typeface="Aptos"/>
              </a:defRPr>
            </a:pPr>
            <a:r>
              <a:rPr sz="1350" b="1" i="0">
                <a:solidFill>
                  <a:srgbClr val="2563EB"/>
                </a:solidFill>
                <a:latin typeface="Aptos"/>
                <a:ea typeface="Aptos"/>
                <a:cs typeface="Aptos"/>
              </a:rPr>
              <a:t>TRA TỪ &amp; CACHE</a:t>
            </a:r>
          </a:p>
        </p:txBody>
      </p:sp>
      <p:sp>
        <p:nvSpPr>
          <p:cNvPr id="3" name="">
            <a:extLst xmlns:a="http://schemas.openxmlformats.org/drawingml/2006/main">
              <a:ext uri="{FF2B5EF4-FFF2-40B4-BE49-F238E27FC236}">
                <a16:creationId xmlns:a16="http://schemas.microsoft.com/office/drawing/2014/main" id="{6B118D04-70C3-45A5-B278-4E023284CDFE}"/>
              </a:ext>
            </a:extLst>
          </p:cNvPr>
          <p:cNvSpPr>
            <a:spLocks xmlns:a="http://schemas.openxmlformats.org/drawingml/2006/main" noGrp="1"/>
          </p:cNvSpPr>
          <p:nvPr/>
        </p:nvSpPr>
        <p:spPr>
          <a:xfrm xmlns:a="http://schemas.openxmlformats.org/drawingml/2006/main">
            <a:off x="609600" y="742950"/>
            <a:ext cx="109728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3600" b="1" i="0">
                <a:solidFill>
                  <a:srgbClr val="0B1F3A"/>
                </a:solidFill>
                <a:latin typeface="Aptos"/>
                <a:ea typeface="Aptos"/>
                <a:cs typeface="Aptos"/>
              </a:defRPr>
            </a:pPr>
            <a:r>
              <a:rPr sz="3600" b="1" i="0">
                <a:solidFill>
                  <a:srgbClr val="0B1F3A"/>
                </a:solidFill>
                <a:latin typeface="Aptos"/>
                <a:ea typeface="Aptos"/>
                <a:cs typeface="Aptos"/>
              </a:rPr>
              <a:t>Cache-aside rút ngắn luồng tra cứu chi tiết từ</a:t>
            </a:r>
          </a:p>
        </p:txBody>
      </p:sp>
      <p:sp>
        <p:nvSpPr>
          <p:cNvPr id="4" name="">
            <a:extLst xmlns:a="http://schemas.openxmlformats.org/drawingml/2006/main">
              <a:ext uri="{FF2B5EF4-FFF2-40B4-BE49-F238E27FC236}">
                <a16:creationId xmlns:a16="http://schemas.microsoft.com/office/drawing/2014/main" id="{6CF18CEA-7A76-484A-96AD-B2EF0C4F453A}"/>
              </a:ext>
            </a:extLst>
          </p:cNvPr>
          <p:cNvSpPr>
            <a:spLocks xmlns:a="http://schemas.openxmlformats.org/drawingml/2006/main" noGrp="1"/>
          </p:cNvSpPr>
          <p:nvPr/>
        </p:nvSpPr>
        <p:spPr>
          <a:xfrm xmlns:a="http://schemas.openxmlformats.org/drawingml/2006/main">
            <a:off x="609600" y="1495425"/>
            <a:ext cx="10972800" cy="19050"/>
          </a:xfrm>
          <a:prstGeom xmlns:a="http://schemas.openxmlformats.org/drawingml/2006/main" prst="rect">
            <a:avLst/>
          </a:prstGeom>
          <a:solidFill xmlns:a="http://schemas.openxmlformats.org/drawingml/2006/main">
            <a:srgbClr val="E2E8F0"/>
          </a:solidFill>
          <a:ln xmlns:a="http://schemas.openxmlformats.org/drawingml/2006/main" w="0">
            <a:solidFill>
              <a:srgbClr val="E2E8F0"/>
            </a:solidFill>
            <a:prstDash val="solid"/>
          </a:ln>
        </p:spPr>
      </p:sp>
      <p:sp>
        <p:nvSpPr>
          <p:cNvPr id="5" name="">
            <a:extLst xmlns:a="http://schemas.openxmlformats.org/drawingml/2006/main">
              <a:ext uri="{FF2B5EF4-FFF2-40B4-BE49-F238E27FC236}">
                <a16:creationId xmlns:a16="http://schemas.microsoft.com/office/drawing/2014/main" id="{769E3CA3-FF46-4AEA-9ABC-9C2C85436E21}"/>
              </a:ext>
            </a:extLst>
          </p:cNvPr>
          <p:cNvSpPr>
            <a:spLocks xmlns:a="http://schemas.openxmlformats.org/drawingml/2006/main" noGrp="1"/>
          </p:cNvSpPr>
          <p:nvPr/>
        </p:nvSpPr>
        <p:spPr>
          <a:xfrm xmlns:a="http://schemas.openxmlformats.org/drawingml/2006/main">
            <a:off x="609600" y="1495425"/>
            <a:ext cx="1143000" cy="38100"/>
          </a:xfrm>
          <a:prstGeom xmlns:a="http://schemas.openxmlformats.org/drawingml/2006/main" prst="rect">
            <a:avLst/>
          </a:prstGeom>
          <a:solidFill xmlns:a="http://schemas.openxmlformats.org/drawingml/2006/main">
            <a:srgbClr val="2563EB"/>
          </a:solidFill>
          <a:ln xmlns:a="http://schemas.openxmlformats.org/drawingml/2006/main" w="0">
            <a:solidFill>
              <a:srgbClr val="2563EB"/>
            </a:solidFill>
            <a:prstDash val="solid"/>
          </a:ln>
        </p:spPr>
      </p:sp>
      <p:sp>
        <p:nvSpPr>
          <p:cNvPr id="6" name="">
            <a:extLst xmlns:a="http://schemas.openxmlformats.org/drawingml/2006/main">
              <a:ext uri="{FF2B5EF4-FFF2-40B4-BE49-F238E27FC236}">
                <a16:creationId xmlns:a16="http://schemas.microsoft.com/office/drawing/2014/main" id="{B5333F8F-F54C-4CF8-B93A-3BECA1B2C81F}"/>
              </a:ext>
            </a:extLst>
          </p:cNvPr>
          <p:cNvSpPr>
            <a:spLocks xmlns:a="http://schemas.openxmlformats.org/drawingml/2006/main" noGrp="1"/>
          </p:cNvSpPr>
          <p:nvPr/>
        </p:nvSpPr>
        <p:spPr>
          <a:xfrm xmlns:a="http://schemas.openxmlformats.org/drawingml/2006/main">
            <a:off x="609600" y="6543675"/>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1" i="0">
                <a:solidFill>
                  <a:srgbClr val="94A3B8"/>
                </a:solidFill>
                <a:latin typeface="Aptos"/>
                <a:ea typeface="Aptos"/>
                <a:cs typeface="Aptos"/>
              </a:defRPr>
            </a:pPr>
            <a:r>
              <a:rPr sz="1125" b="1" i="0">
                <a:solidFill>
                  <a:srgbClr val="94A3B8"/>
                </a:solidFill>
                <a:latin typeface="Aptos"/>
                <a:ea typeface="Aptos"/>
                <a:cs typeface="Aptos"/>
              </a:rPr>
              <a:t>VOCAB APP  •  ĐỒ ÁN KHÓA LUẬN</a:t>
            </a:r>
          </a:p>
        </p:txBody>
      </p:sp>
      <p:sp>
        <p:nvSpPr>
          <p:cNvPr id="7" name="">
            <a:extLst xmlns:a="http://schemas.openxmlformats.org/drawingml/2006/main">
              <a:ext uri="{FF2B5EF4-FFF2-40B4-BE49-F238E27FC236}">
                <a16:creationId xmlns:a16="http://schemas.microsoft.com/office/drawing/2014/main" id="{0F77FA47-08D1-4BDB-84C7-87952B08C6CF}"/>
              </a:ext>
            </a:extLst>
          </p:cNvPr>
          <p:cNvSpPr>
            <a:spLocks xmlns:a="http://schemas.openxmlformats.org/drawingml/2006/main" noGrp="1"/>
          </p:cNvSpPr>
          <p:nvPr/>
        </p:nvSpPr>
        <p:spPr>
          <a:xfrm xmlns:a="http://schemas.openxmlformats.org/drawingml/2006/main">
            <a:off x="11144250" y="6486525"/>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1" i="0">
                <a:solidFill>
                  <a:srgbClr val="64748B"/>
                </a:solidFill>
                <a:latin typeface="Aptos"/>
                <a:ea typeface="Aptos"/>
                <a:cs typeface="Aptos"/>
              </a:defRPr>
            </a:pPr>
            <a:r>
              <a:rPr sz="1350" b="1" i="0">
                <a:solidFill>
                  <a:srgbClr val="64748B"/>
                </a:solidFill>
                <a:latin typeface="Aptos"/>
                <a:ea typeface="Aptos"/>
                <a:cs typeface="Aptos"/>
              </a:rPr>
              <a:t>08</a:t>
            </a:r>
          </a:p>
        </p:txBody>
      </p:sp>
      <p:sp>
        <p:nvSpPr>
          <p:cNvPr id="8" name="">
            <a:extLst xmlns:a="http://schemas.openxmlformats.org/drawingml/2006/main">
              <a:ext uri="{FF2B5EF4-FFF2-40B4-BE49-F238E27FC236}">
                <a16:creationId xmlns:a16="http://schemas.microsoft.com/office/drawing/2014/main" id="{BA2A1696-6D4A-4D50-9A30-3886C1BED9A6}"/>
              </a:ext>
            </a:extLst>
          </p:cNvPr>
          <p:cNvSpPr>
            <a:spLocks xmlns:a="http://schemas.openxmlformats.org/drawingml/2006/main" noGrp="1"/>
          </p:cNvSpPr>
          <p:nvPr/>
        </p:nvSpPr>
        <p:spPr>
          <a:xfrm xmlns:a="http://schemas.openxmlformats.org/drawingml/2006/main">
            <a:off x="609600" y="2247900"/>
            <a:ext cx="1714500" cy="1809750"/>
          </a:xfrm>
          <a:prstGeom xmlns:a="http://schemas.openxmlformats.org/drawingml/2006/main" prst="roundRect">
            <a:avLst>
              <a:gd name="adj" fmla="val 10000"/>
            </a:avLst>
          </a:prstGeom>
          <a:solidFill xmlns:a="http://schemas.openxmlformats.org/drawingml/2006/main">
            <a:srgbClr val="FFFFFF"/>
          </a:solidFill>
          <a:ln xmlns:a="http://schemas.openxmlformats.org/drawingml/2006/main" w="13335">
            <a:solidFill>
              <a:srgbClr val="E2E8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9" name="">
            <a:extLst xmlns:a="http://schemas.openxmlformats.org/drawingml/2006/main">
              <a:ext uri="{FF2B5EF4-FFF2-40B4-BE49-F238E27FC236}">
                <a16:creationId xmlns:a16="http://schemas.microsoft.com/office/drawing/2014/main" id="{F6895874-5E19-4BF6-B247-BEB518A96CEE}"/>
              </a:ext>
            </a:extLst>
          </p:cNvPr>
          <p:cNvSpPr>
            <a:spLocks xmlns:a="http://schemas.openxmlformats.org/drawingml/2006/main" noGrp="1"/>
          </p:cNvSpPr>
          <p:nvPr/>
        </p:nvSpPr>
        <p:spPr>
          <a:xfrm xmlns:a="http://schemas.openxmlformats.org/drawingml/2006/main">
            <a:off x="819150" y="2457450"/>
            <a:ext cx="381000" cy="381000"/>
          </a:xfrm>
          <a:prstGeom xmlns:a="http://schemas.openxmlformats.org/drawingml/2006/main" prst="ellipse">
            <a:avLst/>
          </a:prstGeom>
          <a:solidFill xmlns:a="http://schemas.openxmlformats.org/drawingml/2006/main">
            <a:srgbClr val="2563EB"/>
          </a:solidFill>
          <a:ln xmlns:a="http://schemas.openxmlformats.org/drawingml/2006/main" w="9525">
            <a:solidFill>
              <a:srgbClr val="2563EB"/>
            </a:solidFill>
            <a:prstDash val="solid"/>
          </a:ln>
        </p:spPr>
      </p:sp>
      <p:sp>
        <p:nvSpPr>
          <p:cNvPr id="10" name="">
            <a:extLst xmlns:a="http://schemas.openxmlformats.org/drawingml/2006/main">
              <a:ext uri="{FF2B5EF4-FFF2-40B4-BE49-F238E27FC236}">
                <a16:creationId xmlns:a16="http://schemas.microsoft.com/office/drawing/2014/main" id="{DE59F3DB-70CF-424D-99FD-EFF87D6A3D62}"/>
              </a:ext>
            </a:extLst>
          </p:cNvPr>
          <p:cNvSpPr>
            <a:spLocks xmlns:a="http://schemas.openxmlformats.org/drawingml/2006/main" noGrp="1"/>
          </p:cNvSpPr>
          <p:nvPr/>
        </p:nvSpPr>
        <p:spPr>
          <a:xfrm xmlns:a="http://schemas.openxmlformats.org/drawingml/2006/main">
            <a:off x="819150" y="24574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00" b="1" i="0">
                <a:solidFill>
                  <a:srgbClr val="FFFFFF"/>
                </a:solidFill>
                <a:latin typeface="Aptos"/>
                <a:ea typeface="Aptos"/>
                <a:cs typeface="Aptos"/>
              </a:defRPr>
            </a:pPr>
            <a:r>
              <a:rPr sz="1500" b="1" i="0">
                <a:solidFill>
                  <a:srgbClr val="FFFFFF"/>
                </a:solidFill>
                <a:latin typeface="Aptos"/>
                <a:ea typeface="Aptos"/>
                <a:cs typeface="Aptos"/>
              </a:rPr>
              <a:t>1</a:t>
            </a:r>
          </a:p>
        </p:txBody>
      </p:sp>
      <p:sp>
        <p:nvSpPr>
          <p:cNvPr id="11" name="">
            <a:extLst xmlns:a="http://schemas.openxmlformats.org/drawingml/2006/main">
              <a:ext uri="{FF2B5EF4-FFF2-40B4-BE49-F238E27FC236}">
                <a16:creationId xmlns:a16="http://schemas.microsoft.com/office/drawing/2014/main" id="{94053977-BEA4-433E-A05D-BA6F00B20905}"/>
              </a:ext>
            </a:extLst>
          </p:cNvPr>
          <p:cNvSpPr>
            <a:spLocks xmlns:a="http://schemas.openxmlformats.org/drawingml/2006/main" noGrp="1"/>
          </p:cNvSpPr>
          <p:nvPr/>
        </p:nvSpPr>
        <p:spPr>
          <a:xfrm xmlns:a="http://schemas.openxmlformats.org/drawingml/2006/main">
            <a:off x="1333500" y="2438400"/>
            <a:ext cx="781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1" i="0">
                <a:solidFill>
                  <a:srgbClr val="0B1F3A"/>
                </a:solidFill>
                <a:latin typeface="Aptos"/>
                <a:ea typeface="Aptos"/>
                <a:cs typeface="Aptos"/>
              </a:defRPr>
            </a:pPr>
            <a:r>
              <a:rPr sz="1875" b="1" i="0">
                <a:solidFill>
                  <a:srgbClr val="0B1F3A"/>
                </a:solidFill>
                <a:latin typeface="Aptos"/>
                <a:ea typeface="Aptos"/>
                <a:cs typeface="Aptos"/>
              </a:rPr>
              <a:t>Yêu cầu</a:t>
            </a:r>
          </a:p>
        </p:txBody>
      </p:sp>
      <p:sp>
        <p:nvSpPr>
          <p:cNvPr id="12" name="">
            <a:extLst xmlns:a="http://schemas.openxmlformats.org/drawingml/2006/main">
              <a:ext uri="{FF2B5EF4-FFF2-40B4-BE49-F238E27FC236}">
                <a16:creationId xmlns:a16="http://schemas.microsoft.com/office/drawing/2014/main" id="{D08137B6-CAB1-411C-B3D9-BB160584D3ED}"/>
              </a:ext>
            </a:extLst>
          </p:cNvPr>
          <p:cNvSpPr>
            <a:spLocks xmlns:a="http://schemas.openxmlformats.org/drawingml/2006/main" noGrp="1"/>
          </p:cNvSpPr>
          <p:nvPr/>
        </p:nvSpPr>
        <p:spPr>
          <a:xfrm xmlns:a="http://schemas.openxmlformats.org/drawingml/2006/main">
            <a:off x="819150" y="2990850"/>
            <a:ext cx="12954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1575" b="0" i="0">
                <a:solidFill>
                  <a:srgbClr val="475569"/>
                </a:solidFill>
                <a:latin typeface="Aptos"/>
                <a:ea typeface="Aptos"/>
                <a:cs typeface="Aptos"/>
              </a:defRPr>
            </a:pPr>
            <a:r>
              <a:rPr sz="1575" b="0" i="0">
                <a:solidFill>
                  <a:srgbClr val="475569"/>
                </a:solidFill>
                <a:latin typeface="Aptos"/>
                <a:ea typeface="Aptos"/>
                <a:cs typeface="Aptos"/>
              </a:rPr>
              <a:t>wordId • trans</a:t>
            </a:r>
          </a:p>
          <a:p xmlns:a="http://schemas.openxmlformats.org/drawingml/2006/main">
            <a:pPr algn="l">
              <a:lnSpc>
                <a:spcPct val="106000"/>
              </a:lnSpc>
              <a:buNone/>
              <a:defRPr sz="1575" b="0" i="0">
                <a:solidFill>
                  <a:srgbClr val="475569"/>
                </a:solidFill>
                <a:latin typeface="Aptos"/>
                <a:ea typeface="Aptos"/>
                <a:cs typeface="Aptos"/>
              </a:defRPr>
            </a:pPr>
            <a:r>
              <a:rPr sz="1575" b="0" i="0">
                <a:solidFill>
                  <a:srgbClr val="475569"/>
                </a:solidFill>
                <a:latin typeface="Aptos"/>
                <a:ea typeface="Aptos"/>
                <a:cs typeface="Aptos"/>
              </a:rPr>
              <a:t>userId (tùy chọn)</a:t>
            </a:r>
          </a:p>
        </p:txBody>
      </p:sp>
      <p:sp>
        <p:nvSpPr>
          <p:cNvPr id="13" name="">
            <a:extLst xmlns:a="http://schemas.openxmlformats.org/drawingml/2006/main">
              <a:ext uri="{FF2B5EF4-FFF2-40B4-BE49-F238E27FC236}">
                <a16:creationId xmlns:a16="http://schemas.microsoft.com/office/drawing/2014/main" id="{2C7D25C6-4F48-4EED-B34C-FC88AF714A2D}"/>
              </a:ext>
            </a:extLst>
          </p:cNvPr>
          <p:cNvSpPr>
            <a:spLocks xmlns:a="http://schemas.openxmlformats.org/drawingml/2006/main" noGrp="1"/>
          </p:cNvSpPr>
          <p:nvPr/>
        </p:nvSpPr>
        <p:spPr>
          <a:xfrm xmlns:a="http://schemas.openxmlformats.org/drawingml/2006/main">
            <a:off x="2667000" y="2247900"/>
            <a:ext cx="1714500" cy="1809750"/>
          </a:xfrm>
          <a:prstGeom xmlns:a="http://schemas.openxmlformats.org/drawingml/2006/main" prst="roundRect">
            <a:avLst>
              <a:gd name="adj" fmla="val 10000"/>
            </a:avLst>
          </a:prstGeom>
          <a:solidFill xmlns:a="http://schemas.openxmlformats.org/drawingml/2006/main">
            <a:srgbClr val="FFFFFF"/>
          </a:solidFill>
          <a:ln xmlns:a="http://schemas.openxmlformats.org/drawingml/2006/main" w="13335">
            <a:solidFill>
              <a:srgbClr val="E2E8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4" name="">
            <a:extLst xmlns:a="http://schemas.openxmlformats.org/drawingml/2006/main">
              <a:ext uri="{FF2B5EF4-FFF2-40B4-BE49-F238E27FC236}">
                <a16:creationId xmlns:a16="http://schemas.microsoft.com/office/drawing/2014/main" id="{5923F674-68A8-4A88-A590-1773913E446F}"/>
              </a:ext>
            </a:extLst>
          </p:cNvPr>
          <p:cNvSpPr>
            <a:spLocks xmlns:a="http://schemas.openxmlformats.org/drawingml/2006/main" noGrp="1"/>
          </p:cNvSpPr>
          <p:nvPr/>
        </p:nvSpPr>
        <p:spPr>
          <a:xfrm xmlns:a="http://schemas.openxmlformats.org/drawingml/2006/main">
            <a:off x="2876550" y="2457450"/>
            <a:ext cx="381000" cy="381000"/>
          </a:xfrm>
          <a:prstGeom xmlns:a="http://schemas.openxmlformats.org/drawingml/2006/main" prst="ellipse">
            <a:avLst/>
          </a:prstGeom>
          <a:solidFill xmlns:a="http://schemas.openxmlformats.org/drawingml/2006/main">
            <a:srgbClr val="DC2626"/>
          </a:solidFill>
          <a:ln xmlns:a="http://schemas.openxmlformats.org/drawingml/2006/main" w="9525">
            <a:solidFill>
              <a:srgbClr val="DC2626"/>
            </a:solidFill>
            <a:prstDash val="solid"/>
          </a:ln>
        </p:spPr>
      </p:sp>
      <p:sp>
        <p:nvSpPr>
          <p:cNvPr id="15" name="">
            <a:extLst xmlns:a="http://schemas.openxmlformats.org/drawingml/2006/main">
              <a:ext uri="{FF2B5EF4-FFF2-40B4-BE49-F238E27FC236}">
                <a16:creationId xmlns:a16="http://schemas.microsoft.com/office/drawing/2014/main" id="{4806F038-1CF3-4064-9D68-8DD39C687F2E}"/>
              </a:ext>
            </a:extLst>
          </p:cNvPr>
          <p:cNvSpPr>
            <a:spLocks xmlns:a="http://schemas.openxmlformats.org/drawingml/2006/main" noGrp="1"/>
          </p:cNvSpPr>
          <p:nvPr/>
        </p:nvSpPr>
        <p:spPr>
          <a:xfrm xmlns:a="http://schemas.openxmlformats.org/drawingml/2006/main">
            <a:off x="2876550" y="24574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00" b="1" i="0">
                <a:solidFill>
                  <a:srgbClr val="FFFFFF"/>
                </a:solidFill>
                <a:latin typeface="Aptos"/>
                <a:ea typeface="Aptos"/>
                <a:cs typeface="Aptos"/>
              </a:defRPr>
            </a:pPr>
            <a:r>
              <a:rPr sz="1500" b="1" i="0">
                <a:solidFill>
                  <a:srgbClr val="FFFFFF"/>
                </a:solidFill>
                <a:latin typeface="Aptos"/>
                <a:ea typeface="Aptos"/>
                <a:cs typeface="Aptos"/>
              </a:rPr>
              <a:t>2</a:t>
            </a:r>
          </a:p>
        </p:txBody>
      </p:sp>
      <p:sp>
        <p:nvSpPr>
          <p:cNvPr id="16" name="">
            <a:extLst xmlns:a="http://schemas.openxmlformats.org/drawingml/2006/main">
              <a:ext uri="{FF2B5EF4-FFF2-40B4-BE49-F238E27FC236}">
                <a16:creationId xmlns:a16="http://schemas.microsoft.com/office/drawing/2014/main" id="{339AE43D-9006-4978-8D89-273EDDB9F342}"/>
              </a:ext>
            </a:extLst>
          </p:cNvPr>
          <p:cNvSpPr>
            <a:spLocks xmlns:a="http://schemas.openxmlformats.org/drawingml/2006/main" noGrp="1"/>
          </p:cNvSpPr>
          <p:nvPr/>
        </p:nvSpPr>
        <p:spPr>
          <a:xfrm xmlns:a="http://schemas.openxmlformats.org/drawingml/2006/main">
            <a:off x="3390900" y="2438400"/>
            <a:ext cx="781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1" i="0">
                <a:solidFill>
                  <a:srgbClr val="0B1F3A"/>
                </a:solidFill>
                <a:latin typeface="Aptos"/>
                <a:ea typeface="Aptos"/>
                <a:cs typeface="Aptos"/>
              </a:defRPr>
            </a:pPr>
            <a:r>
              <a:rPr sz="1875" b="1" i="0">
                <a:solidFill>
                  <a:srgbClr val="0B1F3A"/>
                </a:solidFill>
                <a:latin typeface="Aptos"/>
                <a:ea typeface="Aptos"/>
                <a:cs typeface="Aptos"/>
              </a:rPr>
              <a:t>Redis</a:t>
            </a:r>
          </a:p>
        </p:txBody>
      </p:sp>
      <p:sp>
        <p:nvSpPr>
          <p:cNvPr id="17" name="">
            <a:extLst xmlns:a="http://schemas.openxmlformats.org/drawingml/2006/main">
              <a:ext uri="{FF2B5EF4-FFF2-40B4-BE49-F238E27FC236}">
                <a16:creationId xmlns:a16="http://schemas.microsoft.com/office/drawing/2014/main" id="{0206B49E-1360-4A7C-A304-B1D32D6E1E78}"/>
              </a:ext>
            </a:extLst>
          </p:cNvPr>
          <p:cNvSpPr>
            <a:spLocks xmlns:a="http://schemas.openxmlformats.org/drawingml/2006/main" noGrp="1"/>
          </p:cNvSpPr>
          <p:nvPr/>
        </p:nvSpPr>
        <p:spPr>
          <a:xfrm xmlns:a="http://schemas.openxmlformats.org/drawingml/2006/main">
            <a:off x="2876550" y="2990850"/>
            <a:ext cx="12954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1575" b="0" i="0">
                <a:solidFill>
                  <a:srgbClr val="475569"/>
                </a:solidFill>
                <a:latin typeface="Aptos"/>
                <a:ea typeface="Aptos"/>
                <a:cs typeface="Aptos"/>
              </a:defRPr>
            </a:pPr>
            <a:r>
              <a:rPr sz="1575" b="0" i="0">
                <a:solidFill>
                  <a:srgbClr val="475569"/>
                </a:solidFill>
                <a:latin typeface="Aptos"/>
                <a:ea typeface="Aptos"/>
                <a:cs typeface="Aptos"/>
              </a:rPr>
              <a:t>HIT → trả ngay</a:t>
            </a:r>
          </a:p>
          <a:p xmlns:a="http://schemas.openxmlformats.org/drawingml/2006/main">
            <a:pPr algn="l">
              <a:lnSpc>
                <a:spcPct val="106000"/>
              </a:lnSpc>
              <a:buNone/>
              <a:defRPr sz="1575" b="0" i="0">
                <a:solidFill>
                  <a:srgbClr val="475569"/>
                </a:solidFill>
                <a:latin typeface="Aptos"/>
                <a:ea typeface="Aptos"/>
                <a:cs typeface="Aptos"/>
              </a:defRPr>
            </a:pPr>
            <a:r>
              <a:rPr sz="1575" b="0" i="0">
                <a:solidFill>
                  <a:srgbClr val="475569"/>
                </a:solidFill>
                <a:latin typeface="Aptos"/>
                <a:ea typeface="Aptos"/>
                <a:cs typeface="Aptos"/>
              </a:rPr>
              <a:t>MISS → dựng dữ liệu</a:t>
            </a:r>
          </a:p>
        </p:txBody>
      </p:sp>
      <p:sp>
        <p:nvSpPr>
          <p:cNvPr id="18" name="">
            <a:extLst xmlns:a="http://schemas.openxmlformats.org/drawingml/2006/main">
              <a:ext uri="{FF2B5EF4-FFF2-40B4-BE49-F238E27FC236}">
                <a16:creationId xmlns:a16="http://schemas.microsoft.com/office/drawing/2014/main" id="{C6C588F1-D3BD-4EE4-A422-B7E2672E870A}"/>
              </a:ext>
            </a:extLst>
          </p:cNvPr>
          <p:cNvSpPr>
            <a:spLocks xmlns:a="http://schemas.openxmlformats.org/drawingml/2006/main" noGrp="1"/>
          </p:cNvSpPr>
          <p:nvPr/>
        </p:nvSpPr>
        <p:spPr>
          <a:xfrm xmlns:a="http://schemas.openxmlformats.org/drawingml/2006/main">
            <a:off x="4724400" y="2247900"/>
            <a:ext cx="2133600" cy="1809750"/>
          </a:xfrm>
          <a:prstGeom xmlns:a="http://schemas.openxmlformats.org/drawingml/2006/main" prst="roundRect">
            <a:avLst>
              <a:gd name="adj" fmla="val 9474"/>
            </a:avLst>
          </a:prstGeom>
          <a:solidFill xmlns:a="http://schemas.openxmlformats.org/drawingml/2006/main">
            <a:srgbClr val="FFFFFF"/>
          </a:solidFill>
          <a:ln xmlns:a="http://schemas.openxmlformats.org/drawingml/2006/main" w="13335">
            <a:solidFill>
              <a:srgbClr val="E2E8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9" name="">
            <a:extLst xmlns:a="http://schemas.openxmlformats.org/drawingml/2006/main">
              <a:ext uri="{FF2B5EF4-FFF2-40B4-BE49-F238E27FC236}">
                <a16:creationId xmlns:a16="http://schemas.microsoft.com/office/drawing/2014/main" id="{6F328FED-AA1F-4751-B933-05423B455537}"/>
              </a:ext>
            </a:extLst>
          </p:cNvPr>
          <p:cNvSpPr>
            <a:spLocks xmlns:a="http://schemas.openxmlformats.org/drawingml/2006/main" noGrp="1"/>
          </p:cNvSpPr>
          <p:nvPr/>
        </p:nvSpPr>
        <p:spPr>
          <a:xfrm xmlns:a="http://schemas.openxmlformats.org/drawingml/2006/main">
            <a:off x="4933950" y="2457450"/>
            <a:ext cx="381000" cy="381000"/>
          </a:xfrm>
          <a:prstGeom xmlns:a="http://schemas.openxmlformats.org/drawingml/2006/main" prst="ellipse">
            <a:avLst/>
          </a:prstGeom>
          <a:solidFill xmlns:a="http://schemas.openxmlformats.org/drawingml/2006/main">
            <a:srgbClr val="0B1F3A"/>
          </a:solidFill>
          <a:ln xmlns:a="http://schemas.openxmlformats.org/drawingml/2006/main" w="9525">
            <a:solidFill>
              <a:srgbClr val="0B1F3A"/>
            </a:solidFill>
            <a:prstDash val="solid"/>
          </a:ln>
        </p:spPr>
      </p:sp>
      <p:sp>
        <p:nvSpPr>
          <p:cNvPr id="20" name="">
            <a:extLst xmlns:a="http://schemas.openxmlformats.org/drawingml/2006/main">
              <a:ext uri="{FF2B5EF4-FFF2-40B4-BE49-F238E27FC236}">
                <a16:creationId xmlns:a16="http://schemas.microsoft.com/office/drawing/2014/main" id="{3A06B983-70FC-485E-AD7A-D10F1EE8CE5F}"/>
              </a:ext>
            </a:extLst>
          </p:cNvPr>
          <p:cNvSpPr>
            <a:spLocks xmlns:a="http://schemas.openxmlformats.org/drawingml/2006/main" noGrp="1"/>
          </p:cNvSpPr>
          <p:nvPr/>
        </p:nvSpPr>
        <p:spPr>
          <a:xfrm xmlns:a="http://schemas.openxmlformats.org/drawingml/2006/main">
            <a:off x="4933950" y="24574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00" b="1" i="0">
                <a:solidFill>
                  <a:srgbClr val="FFFFFF"/>
                </a:solidFill>
                <a:latin typeface="Aptos"/>
                <a:ea typeface="Aptos"/>
                <a:cs typeface="Aptos"/>
              </a:defRPr>
            </a:pPr>
            <a:r>
              <a:rPr sz="1500" b="1" i="0">
                <a:solidFill>
                  <a:srgbClr val="FFFFFF"/>
                </a:solidFill>
                <a:latin typeface="Aptos"/>
                <a:ea typeface="Aptos"/>
                <a:cs typeface="Aptos"/>
              </a:rPr>
              <a:t>3</a:t>
            </a:r>
          </a:p>
        </p:txBody>
      </p:sp>
      <p:sp>
        <p:nvSpPr>
          <p:cNvPr id="21" name="">
            <a:extLst xmlns:a="http://schemas.openxmlformats.org/drawingml/2006/main">
              <a:ext uri="{FF2B5EF4-FFF2-40B4-BE49-F238E27FC236}">
                <a16:creationId xmlns:a16="http://schemas.microsoft.com/office/drawing/2014/main" id="{B09389EF-0746-4D77-8601-55EFEFC946FC}"/>
              </a:ext>
            </a:extLst>
          </p:cNvPr>
          <p:cNvSpPr>
            <a:spLocks xmlns:a="http://schemas.openxmlformats.org/drawingml/2006/main" noGrp="1"/>
          </p:cNvSpPr>
          <p:nvPr/>
        </p:nvSpPr>
        <p:spPr>
          <a:xfrm xmlns:a="http://schemas.openxmlformats.org/drawingml/2006/main">
            <a:off x="5448300" y="2438400"/>
            <a:ext cx="12001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1" i="0">
                <a:solidFill>
                  <a:srgbClr val="0B1F3A"/>
                </a:solidFill>
                <a:latin typeface="Aptos"/>
                <a:ea typeface="Aptos"/>
                <a:cs typeface="Aptos"/>
              </a:defRPr>
            </a:pPr>
            <a:r>
              <a:rPr sz="1875" b="1" i="0">
                <a:solidFill>
                  <a:srgbClr val="0B1F3A"/>
                </a:solidFill>
                <a:latin typeface="Aptos"/>
                <a:ea typeface="Aptos"/>
                <a:cs typeface="Aptos"/>
              </a:rPr>
              <a:t>MySQL</a:t>
            </a:r>
          </a:p>
        </p:txBody>
      </p:sp>
      <p:sp>
        <p:nvSpPr>
          <p:cNvPr id="22" name="">
            <a:extLst xmlns:a="http://schemas.openxmlformats.org/drawingml/2006/main">
              <a:ext uri="{FF2B5EF4-FFF2-40B4-BE49-F238E27FC236}">
                <a16:creationId xmlns:a16="http://schemas.microsoft.com/office/drawing/2014/main" id="{938932AC-6DB5-414E-ACA3-A187BCBD5DAC}"/>
              </a:ext>
            </a:extLst>
          </p:cNvPr>
          <p:cNvSpPr>
            <a:spLocks xmlns:a="http://schemas.openxmlformats.org/drawingml/2006/main" noGrp="1"/>
          </p:cNvSpPr>
          <p:nvPr/>
        </p:nvSpPr>
        <p:spPr>
          <a:xfrm xmlns:a="http://schemas.openxmlformats.org/drawingml/2006/main">
            <a:off x="4933950" y="2990850"/>
            <a:ext cx="17145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1575" b="0" i="0">
                <a:solidFill>
                  <a:srgbClr val="475569"/>
                </a:solidFill>
                <a:latin typeface="Aptos"/>
                <a:ea typeface="Aptos"/>
                <a:cs typeface="Aptos"/>
              </a:defRPr>
            </a:pPr>
            <a:r>
              <a:rPr sz="1575" b="0" i="0">
                <a:solidFill>
                  <a:srgbClr val="475569"/>
                </a:solidFill>
                <a:latin typeface="Aptos"/>
                <a:ea typeface="Aptos"/>
                <a:cs typeface="Aptos"/>
              </a:rPr>
              <a:t>word + sense + examples + sound + form + relation</a:t>
            </a:r>
          </a:p>
        </p:txBody>
      </p:sp>
      <p:sp>
        <p:nvSpPr>
          <p:cNvPr id="23" name="">
            <a:extLst xmlns:a="http://schemas.openxmlformats.org/drawingml/2006/main">
              <a:ext uri="{FF2B5EF4-FFF2-40B4-BE49-F238E27FC236}">
                <a16:creationId xmlns:a16="http://schemas.microsoft.com/office/drawing/2014/main" id="{1AEAB2FE-B6A1-430C-8D50-981C4E11FD7C}"/>
              </a:ext>
            </a:extLst>
          </p:cNvPr>
          <p:cNvSpPr>
            <a:spLocks xmlns:a="http://schemas.openxmlformats.org/drawingml/2006/main" noGrp="1"/>
          </p:cNvSpPr>
          <p:nvPr/>
        </p:nvSpPr>
        <p:spPr>
          <a:xfrm xmlns:a="http://schemas.openxmlformats.org/drawingml/2006/main">
            <a:off x="7200900" y="2247900"/>
            <a:ext cx="1714500" cy="1809750"/>
          </a:xfrm>
          <a:prstGeom xmlns:a="http://schemas.openxmlformats.org/drawingml/2006/main" prst="roundRect">
            <a:avLst>
              <a:gd name="adj" fmla="val 10000"/>
            </a:avLst>
          </a:prstGeom>
          <a:solidFill xmlns:a="http://schemas.openxmlformats.org/drawingml/2006/main">
            <a:srgbClr val="FFFFFF"/>
          </a:solidFill>
          <a:ln xmlns:a="http://schemas.openxmlformats.org/drawingml/2006/main" w="13335">
            <a:solidFill>
              <a:srgbClr val="E2E8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4" name="">
            <a:extLst xmlns:a="http://schemas.openxmlformats.org/drawingml/2006/main">
              <a:ext uri="{FF2B5EF4-FFF2-40B4-BE49-F238E27FC236}">
                <a16:creationId xmlns:a16="http://schemas.microsoft.com/office/drawing/2014/main" id="{8550E94D-C9C8-4552-9166-1ED7BCE41EF9}"/>
              </a:ext>
            </a:extLst>
          </p:cNvPr>
          <p:cNvSpPr>
            <a:spLocks xmlns:a="http://schemas.openxmlformats.org/drawingml/2006/main" noGrp="1"/>
          </p:cNvSpPr>
          <p:nvPr/>
        </p:nvSpPr>
        <p:spPr>
          <a:xfrm xmlns:a="http://schemas.openxmlformats.org/drawingml/2006/main">
            <a:off x="7410450" y="2457450"/>
            <a:ext cx="381000" cy="381000"/>
          </a:xfrm>
          <a:prstGeom xmlns:a="http://schemas.openxmlformats.org/drawingml/2006/main" prst="ellipse">
            <a:avLst/>
          </a:prstGeom>
          <a:solidFill xmlns:a="http://schemas.openxmlformats.org/drawingml/2006/main">
            <a:srgbClr val="D97706"/>
          </a:solidFill>
          <a:ln xmlns:a="http://schemas.openxmlformats.org/drawingml/2006/main" w="9525">
            <a:solidFill>
              <a:srgbClr val="D97706"/>
            </a:solidFill>
            <a:prstDash val="solid"/>
          </a:ln>
        </p:spPr>
      </p:sp>
      <p:sp>
        <p:nvSpPr>
          <p:cNvPr id="25" name="">
            <a:extLst xmlns:a="http://schemas.openxmlformats.org/drawingml/2006/main">
              <a:ext uri="{FF2B5EF4-FFF2-40B4-BE49-F238E27FC236}">
                <a16:creationId xmlns:a16="http://schemas.microsoft.com/office/drawing/2014/main" id="{5D1BDEAC-3D25-4CBF-B5B3-24ED11EAA52F}"/>
              </a:ext>
            </a:extLst>
          </p:cNvPr>
          <p:cNvSpPr>
            <a:spLocks xmlns:a="http://schemas.openxmlformats.org/drawingml/2006/main" noGrp="1"/>
          </p:cNvSpPr>
          <p:nvPr/>
        </p:nvSpPr>
        <p:spPr>
          <a:xfrm xmlns:a="http://schemas.openxmlformats.org/drawingml/2006/main">
            <a:off x="7410450" y="24574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00" b="1" i="0">
                <a:solidFill>
                  <a:srgbClr val="FFFFFF"/>
                </a:solidFill>
                <a:latin typeface="Aptos"/>
                <a:ea typeface="Aptos"/>
                <a:cs typeface="Aptos"/>
              </a:defRPr>
            </a:pPr>
            <a:r>
              <a:rPr sz="1500" b="1" i="0">
                <a:solidFill>
                  <a:srgbClr val="FFFFFF"/>
                </a:solidFill>
                <a:latin typeface="Aptos"/>
                <a:ea typeface="Aptos"/>
                <a:cs typeface="Aptos"/>
              </a:rPr>
              <a:t>4</a:t>
            </a:r>
          </a:p>
        </p:txBody>
      </p:sp>
      <p:sp>
        <p:nvSpPr>
          <p:cNvPr id="26" name="">
            <a:extLst xmlns:a="http://schemas.openxmlformats.org/drawingml/2006/main">
              <a:ext uri="{FF2B5EF4-FFF2-40B4-BE49-F238E27FC236}">
                <a16:creationId xmlns:a16="http://schemas.microsoft.com/office/drawing/2014/main" id="{833A170F-0F3B-4EE3-ADC4-0A0350D95188}"/>
              </a:ext>
            </a:extLst>
          </p:cNvPr>
          <p:cNvSpPr>
            <a:spLocks xmlns:a="http://schemas.openxmlformats.org/drawingml/2006/main" noGrp="1"/>
          </p:cNvSpPr>
          <p:nvPr/>
        </p:nvSpPr>
        <p:spPr>
          <a:xfrm xmlns:a="http://schemas.openxmlformats.org/drawingml/2006/main">
            <a:off x="7924800" y="2438400"/>
            <a:ext cx="781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1" i="0">
                <a:solidFill>
                  <a:srgbClr val="0B1F3A"/>
                </a:solidFill>
                <a:latin typeface="Aptos"/>
                <a:ea typeface="Aptos"/>
                <a:cs typeface="Aptos"/>
              </a:defRPr>
            </a:pPr>
            <a:r>
              <a:rPr sz="1875" b="1" i="0">
                <a:solidFill>
                  <a:srgbClr val="0B1F3A"/>
                </a:solidFill>
                <a:latin typeface="Aptos"/>
                <a:ea typeface="Aptos"/>
                <a:cs typeface="Aptos"/>
              </a:rPr>
              <a:t>Azure</a:t>
            </a:r>
          </a:p>
        </p:txBody>
      </p:sp>
      <p:sp>
        <p:nvSpPr>
          <p:cNvPr id="27" name="">
            <a:extLst xmlns:a="http://schemas.openxmlformats.org/drawingml/2006/main">
              <a:ext uri="{FF2B5EF4-FFF2-40B4-BE49-F238E27FC236}">
                <a16:creationId xmlns:a16="http://schemas.microsoft.com/office/drawing/2014/main" id="{1BFF09F3-E99F-4232-AF63-DA34CAFCB83F}"/>
              </a:ext>
            </a:extLst>
          </p:cNvPr>
          <p:cNvSpPr>
            <a:spLocks xmlns:a="http://schemas.openxmlformats.org/drawingml/2006/main" noGrp="1"/>
          </p:cNvSpPr>
          <p:nvPr/>
        </p:nvSpPr>
        <p:spPr>
          <a:xfrm xmlns:a="http://schemas.openxmlformats.org/drawingml/2006/main">
            <a:off x="7410450" y="2990850"/>
            <a:ext cx="12954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1575" b="0" i="0">
                <a:solidFill>
                  <a:srgbClr val="475569"/>
                </a:solidFill>
                <a:latin typeface="Aptos"/>
                <a:ea typeface="Aptos"/>
                <a:cs typeface="Aptos"/>
              </a:defRPr>
            </a:pPr>
            <a:r>
              <a:rPr sz="1575" b="0" i="0">
                <a:solidFill>
                  <a:srgbClr val="475569"/>
                </a:solidFill>
                <a:latin typeface="Aptos"/>
                <a:ea typeface="Aptos"/>
                <a:cs typeface="Aptos"/>
              </a:rPr>
              <a:t>Bổ sung bản dịch chuẩn nếu thiếu</a:t>
            </a:r>
          </a:p>
        </p:txBody>
      </p:sp>
      <p:sp>
        <p:nvSpPr>
          <p:cNvPr id="28" name="">
            <a:extLst xmlns:a="http://schemas.openxmlformats.org/drawingml/2006/main">
              <a:ext uri="{FF2B5EF4-FFF2-40B4-BE49-F238E27FC236}">
                <a16:creationId xmlns:a16="http://schemas.microsoft.com/office/drawing/2014/main" id="{849340F9-EF70-4196-A06A-31DAF791ADD0}"/>
              </a:ext>
            </a:extLst>
          </p:cNvPr>
          <p:cNvSpPr>
            <a:spLocks xmlns:a="http://schemas.openxmlformats.org/drawingml/2006/main" noGrp="1"/>
          </p:cNvSpPr>
          <p:nvPr/>
        </p:nvSpPr>
        <p:spPr>
          <a:xfrm xmlns:a="http://schemas.openxmlformats.org/drawingml/2006/main">
            <a:off x="9258300" y="2247900"/>
            <a:ext cx="2324100" cy="1809750"/>
          </a:xfrm>
          <a:prstGeom xmlns:a="http://schemas.openxmlformats.org/drawingml/2006/main" prst="roundRect">
            <a:avLst>
              <a:gd name="adj" fmla="val 9474"/>
            </a:avLst>
          </a:prstGeom>
          <a:solidFill xmlns:a="http://schemas.openxmlformats.org/drawingml/2006/main">
            <a:srgbClr val="FFFFFF"/>
          </a:solidFill>
          <a:ln xmlns:a="http://schemas.openxmlformats.org/drawingml/2006/main" w="13335">
            <a:solidFill>
              <a:srgbClr val="E2E8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9" name="">
            <a:extLst xmlns:a="http://schemas.openxmlformats.org/drawingml/2006/main">
              <a:ext uri="{FF2B5EF4-FFF2-40B4-BE49-F238E27FC236}">
                <a16:creationId xmlns:a16="http://schemas.microsoft.com/office/drawing/2014/main" id="{C5067534-A135-4EFF-A391-2476EF991668}"/>
              </a:ext>
            </a:extLst>
          </p:cNvPr>
          <p:cNvSpPr>
            <a:spLocks xmlns:a="http://schemas.openxmlformats.org/drawingml/2006/main" noGrp="1"/>
          </p:cNvSpPr>
          <p:nvPr/>
        </p:nvSpPr>
        <p:spPr>
          <a:xfrm xmlns:a="http://schemas.openxmlformats.org/drawingml/2006/main">
            <a:off x="9467850" y="2457450"/>
            <a:ext cx="381000" cy="381000"/>
          </a:xfrm>
          <a:prstGeom xmlns:a="http://schemas.openxmlformats.org/drawingml/2006/main" prst="ellipse">
            <a:avLst/>
          </a:prstGeom>
          <a:solidFill xmlns:a="http://schemas.openxmlformats.org/drawingml/2006/main">
            <a:srgbClr val="059669"/>
          </a:solidFill>
          <a:ln xmlns:a="http://schemas.openxmlformats.org/drawingml/2006/main" w="9525">
            <a:solidFill>
              <a:srgbClr val="059669"/>
            </a:solidFill>
            <a:prstDash val="solid"/>
          </a:ln>
        </p:spPr>
      </p:sp>
      <p:sp>
        <p:nvSpPr>
          <p:cNvPr id="30" name="">
            <a:extLst xmlns:a="http://schemas.openxmlformats.org/drawingml/2006/main">
              <a:ext uri="{FF2B5EF4-FFF2-40B4-BE49-F238E27FC236}">
                <a16:creationId xmlns:a16="http://schemas.microsoft.com/office/drawing/2014/main" id="{120C6552-CF6B-4E9A-A69F-21E3489DBEC9}"/>
              </a:ext>
            </a:extLst>
          </p:cNvPr>
          <p:cNvSpPr>
            <a:spLocks xmlns:a="http://schemas.openxmlformats.org/drawingml/2006/main" noGrp="1"/>
          </p:cNvSpPr>
          <p:nvPr/>
        </p:nvSpPr>
        <p:spPr>
          <a:xfrm xmlns:a="http://schemas.openxmlformats.org/drawingml/2006/main">
            <a:off x="9467850" y="24574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00" b="1" i="0">
                <a:solidFill>
                  <a:srgbClr val="FFFFFF"/>
                </a:solidFill>
                <a:latin typeface="Aptos"/>
                <a:ea typeface="Aptos"/>
                <a:cs typeface="Aptos"/>
              </a:defRPr>
            </a:pPr>
            <a:r>
              <a:rPr sz="1500" b="1" i="0">
                <a:solidFill>
                  <a:srgbClr val="FFFFFF"/>
                </a:solidFill>
                <a:latin typeface="Aptos"/>
                <a:ea typeface="Aptos"/>
                <a:cs typeface="Aptos"/>
              </a:rPr>
              <a:t>5</a:t>
            </a:r>
          </a:p>
        </p:txBody>
      </p:sp>
      <p:sp>
        <p:nvSpPr>
          <p:cNvPr id="31" name="">
            <a:extLst xmlns:a="http://schemas.openxmlformats.org/drawingml/2006/main">
              <a:ext uri="{FF2B5EF4-FFF2-40B4-BE49-F238E27FC236}">
                <a16:creationId xmlns:a16="http://schemas.microsoft.com/office/drawing/2014/main" id="{60ECFD4F-E43C-4A7C-83D3-698A148FCD33}"/>
              </a:ext>
            </a:extLst>
          </p:cNvPr>
          <p:cNvSpPr>
            <a:spLocks xmlns:a="http://schemas.openxmlformats.org/drawingml/2006/main" noGrp="1"/>
          </p:cNvSpPr>
          <p:nvPr/>
        </p:nvSpPr>
        <p:spPr>
          <a:xfrm xmlns:a="http://schemas.openxmlformats.org/drawingml/2006/main">
            <a:off x="9982200" y="2438400"/>
            <a:ext cx="1390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1" i="0">
                <a:solidFill>
                  <a:srgbClr val="0B1F3A"/>
                </a:solidFill>
                <a:latin typeface="Aptos"/>
                <a:ea typeface="Aptos"/>
                <a:cs typeface="Aptos"/>
              </a:defRPr>
            </a:pPr>
            <a:r>
              <a:rPr sz="1875" b="1" i="0">
                <a:solidFill>
                  <a:srgbClr val="0B1F3A"/>
                </a:solidFill>
                <a:latin typeface="Aptos"/>
                <a:ea typeface="Aptos"/>
                <a:cs typeface="Aptos"/>
              </a:rPr>
              <a:t>Lưu cache</a:t>
            </a:r>
          </a:p>
        </p:txBody>
      </p:sp>
      <p:sp>
        <p:nvSpPr>
          <p:cNvPr id="32" name="">
            <a:extLst xmlns:a="http://schemas.openxmlformats.org/drawingml/2006/main">
              <a:ext uri="{FF2B5EF4-FFF2-40B4-BE49-F238E27FC236}">
                <a16:creationId xmlns:a16="http://schemas.microsoft.com/office/drawing/2014/main" id="{789C15BC-A05D-4581-87F7-4DFA99FF1CF1}"/>
              </a:ext>
            </a:extLst>
          </p:cNvPr>
          <p:cNvSpPr>
            <a:spLocks xmlns:a="http://schemas.openxmlformats.org/drawingml/2006/main" noGrp="1"/>
          </p:cNvSpPr>
          <p:nvPr/>
        </p:nvSpPr>
        <p:spPr>
          <a:xfrm xmlns:a="http://schemas.openxmlformats.org/drawingml/2006/main">
            <a:off x="9467850" y="2990850"/>
            <a:ext cx="1905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1575" b="0" i="0">
                <a:solidFill>
                  <a:srgbClr val="475569"/>
                </a:solidFill>
                <a:latin typeface="Aptos"/>
                <a:ea typeface="Aptos"/>
                <a:cs typeface="Aptos"/>
              </a:defRPr>
            </a:pPr>
            <a:r>
              <a:rPr sz="1575" b="0" i="0">
                <a:solidFill>
                  <a:srgbClr val="475569"/>
                </a:solidFill>
                <a:latin typeface="Aptos"/>
                <a:ea typeface="Aptos"/>
                <a:cs typeface="Aptos"/>
              </a:rPr>
              <a:t>WordResponse</a:t>
            </a:r>
          </a:p>
          <a:p xmlns:a="http://schemas.openxmlformats.org/drawingml/2006/main">
            <a:pPr algn="l">
              <a:lnSpc>
                <a:spcPct val="106000"/>
              </a:lnSpc>
              <a:buNone/>
              <a:defRPr sz="1575" b="0" i="0">
                <a:solidFill>
                  <a:srgbClr val="475569"/>
                </a:solidFill>
                <a:latin typeface="Aptos"/>
                <a:ea typeface="Aptos"/>
                <a:cs typeface="Aptos"/>
              </a:defRPr>
            </a:pPr>
            <a:r>
              <a:rPr sz="1575" b="0" i="0">
                <a:solidFill>
                  <a:srgbClr val="475569"/>
                </a:solidFill>
                <a:latin typeface="Aptos"/>
                <a:ea typeface="Aptos"/>
                <a:cs typeface="Aptos"/>
              </a:rPr>
              <a:t>TTL 5 giờ</a:t>
            </a:r>
          </a:p>
        </p:txBody>
      </p:sp>
      <p:cxnSp>
        <p:nvCxnSpPr>
          <p:cNvPr id="76" name=""/>
          <p:cNvCxnSpPr>
            <a:stCxn xmlns:a="http://schemas.openxmlformats.org/drawingml/2006/main" id="8" idx="3"/>
            <a:endCxn xmlns:a="http://schemas.openxmlformats.org/drawingml/2006/main" id="13" idx="1"/>
          </p:cNvCxnSpPr>
          <p:nvPr/>
        </p:nvCxnSpPr>
        <p:spPr>
          <a:xfrm xmlns:a="http://schemas.openxmlformats.org/drawingml/2006/main">
            <a:off x="2324100" y="3152775"/>
            <a:ext cx="342900" cy="0"/>
          </a:xfrm>
          <a:prstGeom xmlns:a="http://schemas.openxmlformats.org/drawingml/2006/main" prst="straightConnector1">
            <a:avLst/>
          </a:prstGeom>
          <a:ln xmlns:a="http://schemas.openxmlformats.org/drawingml/2006/main" w="20955">
            <a:solidFill>
              <a:srgbClr val="2563EB"/>
            </a:solidFill>
            <a:prstDash val="solid"/>
            <a:tailEnd type="triangle" w="sm" len="sm"/>
          </a:ln>
        </p:spPr>
      </p:cxnSp>
      <p:cxnSp>
        <p:nvCxnSpPr>
          <p:cNvPr id="77" name=""/>
          <p:cNvCxnSpPr>
            <a:stCxn xmlns:a="http://schemas.openxmlformats.org/drawingml/2006/main" id="13" idx="3"/>
            <a:endCxn xmlns:a="http://schemas.openxmlformats.org/drawingml/2006/main" id="18" idx="1"/>
          </p:cNvCxnSpPr>
          <p:nvPr/>
        </p:nvCxnSpPr>
        <p:spPr>
          <a:xfrm xmlns:a="http://schemas.openxmlformats.org/drawingml/2006/main">
            <a:off x="4381500" y="3152775"/>
            <a:ext cx="342900" cy="0"/>
          </a:xfrm>
          <a:prstGeom xmlns:a="http://schemas.openxmlformats.org/drawingml/2006/main" prst="straightConnector1">
            <a:avLst/>
          </a:prstGeom>
          <a:ln xmlns:a="http://schemas.openxmlformats.org/drawingml/2006/main" w="20955">
            <a:solidFill>
              <a:srgbClr val="2563EB"/>
            </a:solidFill>
            <a:prstDash val="solid"/>
            <a:tailEnd type="triangle" w="sm" len="sm"/>
          </a:ln>
        </p:spPr>
      </p:cxnSp>
      <p:cxnSp>
        <p:nvCxnSpPr>
          <p:cNvPr id="78" name=""/>
          <p:cNvCxnSpPr>
            <a:stCxn xmlns:a="http://schemas.openxmlformats.org/drawingml/2006/main" id="18" idx="3"/>
            <a:endCxn xmlns:a="http://schemas.openxmlformats.org/drawingml/2006/main" id="23" idx="1"/>
          </p:cNvCxnSpPr>
          <p:nvPr/>
        </p:nvCxnSpPr>
        <p:spPr>
          <a:xfrm xmlns:a="http://schemas.openxmlformats.org/drawingml/2006/main">
            <a:off x="6858000" y="3152775"/>
            <a:ext cx="342900" cy="0"/>
          </a:xfrm>
          <a:prstGeom xmlns:a="http://schemas.openxmlformats.org/drawingml/2006/main" prst="straightConnector1">
            <a:avLst/>
          </a:prstGeom>
          <a:ln xmlns:a="http://schemas.openxmlformats.org/drawingml/2006/main" w="20955">
            <a:solidFill>
              <a:srgbClr val="2563EB"/>
            </a:solidFill>
            <a:prstDash val="solid"/>
            <a:tailEnd type="triangle" w="sm" len="sm"/>
          </a:ln>
        </p:spPr>
      </p:cxnSp>
      <p:cxnSp>
        <p:nvCxnSpPr>
          <p:cNvPr id="79" name=""/>
          <p:cNvCxnSpPr>
            <a:stCxn xmlns:a="http://schemas.openxmlformats.org/drawingml/2006/main" id="23" idx="3"/>
            <a:endCxn xmlns:a="http://schemas.openxmlformats.org/drawingml/2006/main" id="28" idx="1"/>
          </p:cNvCxnSpPr>
          <p:nvPr/>
        </p:nvCxnSpPr>
        <p:spPr>
          <a:xfrm xmlns:a="http://schemas.openxmlformats.org/drawingml/2006/main">
            <a:off x="8915400" y="3152775"/>
            <a:ext cx="342900" cy="0"/>
          </a:xfrm>
          <a:prstGeom xmlns:a="http://schemas.openxmlformats.org/drawingml/2006/main" prst="straightConnector1">
            <a:avLst/>
          </a:prstGeom>
          <a:ln xmlns:a="http://schemas.openxmlformats.org/drawingml/2006/main" w="20955">
            <a:solidFill>
              <a:srgbClr val="2563EB"/>
            </a:solidFill>
            <a:prstDash val="solid"/>
            <a:tailEnd type="triangle" w="sm" len="sm"/>
          </a:ln>
        </p:spPr>
      </p:cxnSp>
      <p:sp>
        <p:nvSpPr>
          <p:cNvPr id="37" name="">
            <a:extLst xmlns:a="http://schemas.openxmlformats.org/drawingml/2006/main">
              <a:ext uri="{FF2B5EF4-FFF2-40B4-BE49-F238E27FC236}">
                <a16:creationId xmlns:a16="http://schemas.microsoft.com/office/drawing/2014/main" id="{5EFCE0C0-463F-4D0A-9FA5-6E0090C83AF2}"/>
              </a:ext>
            </a:extLst>
          </p:cNvPr>
          <p:cNvSpPr>
            <a:spLocks xmlns:a="http://schemas.openxmlformats.org/drawingml/2006/main" noGrp="1"/>
          </p:cNvSpPr>
          <p:nvPr/>
        </p:nvSpPr>
        <p:spPr>
          <a:xfrm xmlns:a="http://schemas.openxmlformats.org/drawingml/2006/main">
            <a:off x="609600" y="4533900"/>
            <a:ext cx="6762750" cy="1257300"/>
          </a:xfrm>
          <a:prstGeom xmlns:a="http://schemas.openxmlformats.org/drawingml/2006/main" prst="roundRect">
            <a:avLst>
              <a:gd name="adj" fmla="val 13636"/>
            </a:avLst>
          </a:prstGeom>
          <a:solidFill xmlns:a="http://schemas.openxmlformats.org/drawingml/2006/main">
            <a:srgbClr val="F8FAFC"/>
          </a:solidFill>
          <a:ln xmlns:a="http://schemas.openxmlformats.org/drawingml/2006/main" w="12383">
            <a:solidFill>
              <a:srgbClr val="E2E8F0"/>
            </a:solidFill>
            <a:prstDash val="solid"/>
          </a:ln>
        </p:spPr>
      </p:sp>
      <p:sp>
        <p:nvSpPr>
          <p:cNvPr id="38" name="">
            <a:extLst xmlns:a="http://schemas.openxmlformats.org/drawingml/2006/main">
              <a:ext uri="{FF2B5EF4-FFF2-40B4-BE49-F238E27FC236}">
                <a16:creationId xmlns:a16="http://schemas.microsoft.com/office/drawing/2014/main" id="{EBFE968F-FE18-42BF-AD65-9D4F7E76BE6D}"/>
              </a:ext>
            </a:extLst>
          </p:cNvPr>
          <p:cNvSpPr>
            <a:spLocks xmlns:a="http://schemas.openxmlformats.org/drawingml/2006/main" noGrp="1"/>
          </p:cNvSpPr>
          <p:nvPr/>
        </p:nvSpPr>
        <p:spPr>
          <a:xfrm xmlns:a="http://schemas.openxmlformats.org/drawingml/2006/main">
            <a:off x="819150" y="470535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1" i="0">
                <a:solidFill>
                  <a:srgbClr val="0B1F3A"/>
                </a:solidFill>
                <a:latin typeface="Aptos"/>
                <a:ea typeface="Aptos"/>
                <a:cs typeface="Aptos"/>
              </a:defRPr>
            </a:pPr>
            <a:r>
              <a:rPr sz="1575" b="1" i="0">
                <a:solidFill>
                  <a:srgbClr val="0B1F3A"/>
                </a:solidFill>
                <a:latin typeface="Aptos"/>
                <a:ea typeface="Aptos"/>
                <a:cs typeface="Aptos"/>
              </a:rPr>
              <a:t>Redis keys</a:t>
            </a:r>
          </a:p>
        </p:txBody>
      </p:sp>
      <p:sp>
        <p:nvSpPr>
          <p:cNvPr id="39" name="">
            <a:extLst xmlns:a="http://schemas.openxmlformats.org/drawingml/2006/main">
              <a:ext uri="{FF2B5EF4-FFF2-40B4-BE49-F238E27FC236}">
                <a16:creationId xmlns:a16="http://schemas.microsoft.com/office/drawing/2014/main" id="{DE96D1C4-DAC3-4734-9E66-4BF7DBB2B093}"/>
              </a:ext>
            </a:extLst>
          </p:cNvPr>
          <p:cNvSpPr>
            <a:spLocks xmlns:a="http://schemas.openxmlformats.org/drawingml/2006/main" noGrp="1"/>
          </p:cNvSpPr>
          <p:nvPr/>
        </p:nvSpPr>
        <p:spPr>
          <a:xfrm xmlns:a="http://schemas.openxmlformats.org/drawingml/2006/main">
            <a:off x="819150" y="5095875"/>
            <a:ext cx="4762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1" i="0">
                <a:solidFill>
                  <a:srgbClr val="1D4ED8"/>
                </a:solidFill>
                <a:latin typeface="Aptos Mono"/>
                <a:ea typeface="Aptos Mono"/>
                <a:cs typeface="Aptos Mono"/>
              </a:defRPr>
            </a:pPr>
            <a:r>
              <a:rPr sz="1575" b="1" i="0">
                <a:solidFill>
                  <a:srgbClr val="1D4ED8"/>
                </a:solidFill>
                <a:latin typeface="Aptos Mono"/>
                <a:ea typeface="Aptos Mono"/>
                <a:cs typeface="Aptos Mono"/>
              </a:rPr>
              <a:t>word_with_trans:&lt;wordId&gt;</a:t>
            </a:r>
          </a:p>
          <a:p xmlns:a="http://schemas.openxmlformats.org/drawingml/2006/main">
            <a:pPr algn="l">
              <a:defRPr sz="1575" b="1" i="0">
                <a:solidFill>
                  <a:srgbClr val="1D4ED8"/>
                </a:solidFill>
                <a:latin typeface="Aptos Mono"/>
                <a:ea typeface="Aptos Mono"/>
                <a:cs typeface="Aptos Mono"/>
              </a:defRPr>
            </a:pPr>
            <a:r>
              <a:rPr sz="1575" b="1" i="0">
                <a:solidFill>
                  <a:srgbClr val="1D4ED8"/>
                </a:solidFill>
                <a:latin typeface="Aptos Mono"/>
                <a:ea typeface="Aptos Mono"/>
                <a:cs typeface="Aptos Mono"/>
              </a:rPr>
              <a:t>word_without_trans:&lt;wordId&gt;</a:t>
            </a:r>
          </a:p>
        </p:txBody>
      </p:sp>
      <p:sp>
        <p:nvSpPr>
          <p:cNvPr id="40" name="">
            <a:extLst xmlns:a="http://schemas.openxmlformats.org/drawingml/2006/main">
              <a:ext uri="{FF2B5EF4-FFF2-40B4-BE49-F238E27FC236}">
                <a16:creationId xmlns:a16="http://schemas.microsoft.com/office/drawing/2014/main" id="{2F511E76-884E-44F5-BA08-394AB472E619}"/>
              </a:ext>
            </a:extLst>
          </p:cNvPr>
          <p:cNvSpPr>
            <a:spLocks xmlns:a="http://schemas.openxmlformats.org/drawingml/2006/main" noGrp="1"/>
          </p:cNvSpPr>
          <p:nvPr/>
        </p:nvSpPr>
        <p:spPr>
          <a:xfrm xmlns:a="http://schemas.openxmlformats.org/drawingml/2006/main">
            <a:off x="7639050" y="4533900"/>
            <a:ext cx="3943350" cy="1257300"/>
          </a:xfrm>
          <a:prstGeom xmlns:a="http://schemas.openxmlformats.org/drawingml/2006/main" prst="roundRect">
            <a:avLst>
              <a:gd name="adj" fmla="val 13636"/>
            </a:avLst>
          </a:prstGeom>
          <a:solidFill xmlns:a="http://schemas.openxmlformats.org/drawingml/2006/main">
            <a:srgbClr val="FFFBEB"/>
          </a:solidFill>
          <a:ln xmlns:a="http://schemas.openxmlformats.org/drawingml/2006/main" w="14288">
            <a:solidFill>
              <a:srgbClr val="FCD34D"/>
            </a:solidFill>
            <a:prstDash val="solid"/>
          </a:ln>
        </p:spPr>
      </p:sp>
      <p:sp>
        <p:nvSpPr>
          <p:cNvPr id="41" name="">
            <a:extLst xmlns:a="http://schemas.openxmlformats.org/drawingml/2006/main">
              <a:ext uri="{FF2B5EF4-FFF2-40B4-BE49-F238E27FC236}">
                <a16:creationId xmlns:a16="http://schemas.microsoft.com/office/drawing/2014/main" id="{13C85F19-FA49-499B-8B1C-7873EE332F07}"/>
              </a:ext>
            </a:extLst>
          </p:cNvPr>
          <p:cNvSpPr>
            <a:spLocks xmlns:a="http://schemas.openxmlformats.org/drawingml/2006/main" noGrp="1"/>
          </p:cNvSpPr>
          <p:nvPr/>
        </p:nvSpPr>
        <p:spPr>
          <a:xfrm xmlns:a="http://schemas.openxmlformats.org/drawingml/2006/main">
            <a:off x="7867650" y="4705350"/>
            <a:ext cx="3143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i="0">
                <a:solidFill>
                  <a:srgbClr val="D97706"/>
                </a:solidFill>
                <a:latin typeface="Aptos"/>
                <a:ea typeface="Aptos"/>
                <a:cs typeface="Aptos"/>
              </a:defRPr>
            </a:pPr>
            <a:r>
              <a:rPr sz="1350" b="1" i="0">
                <a:solidFill>
                  <a:srgbClr val="D97706"/>
                </a:solidFill>
                <a:latin typeface="Aptos"/>
                <a:ea typeface="Aptos"/>
                <a:cs typeface="Aptos"/>
              </a:rPr>
              <a:t>GIỚI HẠN HIỆN TẠI</a:t>
            </a:r>
          </a:p>
        </p:txBody>
      </p:sp>
      <p:sp>
        <p:nvSpPr>
          <p:cNvPr id="42" name="">
            <a:extLst xmlns:a="http://schemas.openxmlformats.org/drawingml/2006/main">
              <a:ext uri="{FF2B5EF4-FFF2-40B4-BE49-F238E27FC236}">
                <a16:creationId xmlns:a16="http://schemas.microsoft.com/office/drawing/2014/main" id="{428248A9-5734-43DA-B619-3D82B8382FB6}"/>
              </a:ext>
            </a:extLst>
          </p:cNvPr>
          <p:cNvSpPr>
            <a:spLocks xmlns:a="http://schemas.openxmlformats.org/drawingml/2006/main" noGrp="1"/>
          </p:cNvSpPr>
          <p:nvPr/>
        </p:nvSpPr>
        <p:spPr>
          <a:xfrm xmlns:a="http://schemas.openxmlformats.org/drawingml/2006/main">
            <a:off x="7867650" y="5057775"/>
            <a:ext cx="33909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i="0">
                <a:solidFill>
                  <a:srgbClr val="0B1F3A"/>
                </a:solidFill>
                <a:latin typeface="Aptos"/>
                <a:ea typeface="Aptos"/>
                <a:cs typeface="Aptos"/>
              </a:defRPr>
            </a:pPr>
            <a:r>
              <a:rPr sz="1500" b="1" i="0">
                <a:solidFill>
                  <a:srgbClr val="0B1F3A"/>
                </a:solidFill>
                <a:latin typeface="Aptos"/>
                <a:ea typeface="Aptos"/>
                <a:cs typeface="Aptos"/>
              </a:rPr>
              <a:t>Key có bản dịch chưa chứa transLangCode → cần hoàn thiện để tránh dùng nhầm ngôn ngữ.</a:t>
            </a:r>
          </a:p>
        </p:txBody>
      </p:sp>
      <p:sp>
        <p:nvSpPr>
          <p:cNvPr id="43" name="">
            <a:extLst xmlns:a="http://schemas.openxmlformats.org/drawingml/2006/main">
              <a:ext uri="{FF2B5EF4-FFF2-40B4-BE49-F238E27FC236}">
                <a16:creationId xmlns:a16="http://schemas.microsoft.com/office/drawing/2014/main" id="{BB3D3469-3317-4B30-96CA-C92126F4BC58}"/>
              </a:ext>
            </a:extLst>
          </p:cNvPr>
          <p:cNvSpPr>
            <a:spLocks xmlns:a="http://schemas.openxmlformats.org/drawingml/2006/main" noGrp="1"/>
          </p:cNvSpPr>
          <p:nvPr/>
        </p:nvSpPr>
        <p:spPr>
          <a:xfrm xmlns:a="http://schemas.openxmlformats.org/drawingml/2006/main">
            <a:off x="609600" y="6000750"/>
            <a:ext cx="7810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i="1">
                <a:solidFill>
                  <a:srgbClr val="64748B"/>
                </a:solidFill>
                <a:latin typeface="Aptos"/>
                <a:ea typeface="Aptos"/>
                <a:cs typeface="Aptos"/>
              </a:defRPr>
            </a:pPr>
            <a:r>
              <a:rPr sz="1425" b="0" i="1">
                <a:solidFill>
                  <a:srgbClr val="64748B"/>
                </a:solidFill>
                <a:latin typeface="Aptos"/>
                <a:ea typeface="Aptos"/>
                <a:cs typeface="Aptos"/>
              </a:rPr>
              <a:t>Nếu có userId, lịch sử tra cứu được ghi độc lập với cache dùng chung.</a:t>
            </a:r>
          </a:p>
        </p:txBody>
      </p:sp>
    </p:spTree>
    <p:extLst>
      <p:ext uri="{BB962C8B-B14F-4D97-AF65-F5344CB8AC3E}">
        <p14:creationId xmlns:p14="http://schemas.microsoft.com/office/powerpoint/2010/main" val="1675798502"/>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17CC9B86-D0DB-48BB-8497-6A2E0ED0E17B}"/>
              </a:ext>
            </a:extLst>
          </p:cNvPr>
          <p:cNvSpPr>
            <a:spLocks xmlns:a="http://schemas.openxmlformats.org/drawingml/2006/main" noGrp="1"/>
          </p:cNvSpPr>
          <p:nvPr/>
        </p:nvSpPr>
        <p:spPr>
          <a:xfrm xmlns:a="http://schemas.openxmlformats.org/drawingml/2006/main">
            <a:off x="609600" y="285750"/>
            <a:ext cx="1695450" cy="323850"/>
          </a:xfrm>
          <a:prstGeom xmlns:a="http://schemas.openxmlformats.org/drawingml/2006/main" prst="roundRect">
            <a:avLst>
              <a:gd name="adj" fmla="val 50000"/>
            </a:avLst>
          </a:prstGeom>
          <a:solidFill xmlns:a="http://schemas.openxmlformats.org/drawingml/2006/main">
            <a:srgbClr val="EFF6FF"/>
          </a:solidFill>
          <a:ln xmlns:a="http://schemas.openxmlformats.org/drawingml/2006/main" w="9525">
            <a:solidFill>
              <a:srgbClr val="EFF6FF"/>
            </a:solidFill>
            <a:prstDash val="solid"/>
          </a:ln>
        </p:spPr>
      </p:sp>
      <p:sp>
        <p:nvSpPr>
          <p:cNvPr id="2" name="">
            <a:extLst xmlns:a="http://schemas.openxmlformats.org/drawingml/2006/main">
              <a:ext uri="{FF2B5EF4-FFF2-40B4-BE49-F238E27FC236}">
                <a16:creationId xmlns:a16="http://schemas.microsoft.com/office/drawing/2014/main" id="{61BF0626-A616-4F92-8D57-274BA7784E2E}"/>
              </a:ext>
            </a:extLst>
          </p:cNvPr>
          <p:cNvSpPr>
            <a:spLocks xmlns:a="http://schemas.openxmlformats.org/drawingml/2006/main" noGrp="1"/>
          </p:cNvSpPr>
          <p:nvPr/>
        </p:nvSpPr>
        <p:spPr>
          <a:xfrm xmlns:a="http://schemas.openxmlformats.org/drawingml/2006/main">
            <a:off x="609600" y="295275"/>
            <a:ext cx="1695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350" b="1" i="0">
                <a:solidFill>
                  <a:srgbClr val="2563EB"/>
                </a:solidFill>
                <a:latin typeface="Aptos"/>
                <a:ea typeface="Aptos"/>
                <a:cs typeface="Aptos"/>
              </a:defRPr>
            </a:pPr>
            <a:r>
              <a:rPr sz="1350" b="1" i="0">
                <a:solidFill>
                  <a:srgbClr val="2563EB"/>
                </a:solidFill>
                <a:latin typeface="Aptos"/>
                <a:ea typeface="Aptos"/>
                <a:cs typeface="Aptos"/>
              </a:rPr>
              <a:t>VOCAB REVIEW</a:t>
            </a:r>
          </a:p>
        </p:txBody>
      </p:sp>
      <p:sp>
        <p:nvSpPr>
          <p:cNvPr id="3" name="">
            <a:extLst xmlns:a="http://schemas.openxmlformats.org/drawingml/2006/main">
              <a:ext uri="{FF2B5EF4-FFF2-40B4-BE49-F238E27FC236}">
                <a16:creationId xmlns:a16="http://schemas.microsoft.com/office/drawing/2014/main" id="{25D24A02-FC17-4CBD-BB7E-F1D4590E50CF}"/>
              </a:ext>
            </a:extLst>
          </p:cNvPr>
          <p:cNvSpPr>
            <a:spLocks xmlns:a="http://schemas.openxmlformats.org/drawingml/2006/main" noGrp="1"/>
          </p:cNvSpPr>
          <p:nvPr/>
        </p:nvSpPr>
        <p:spPr>
          <a:xfrm xmlns:a="http://schemas.openxmlformats.org/drawingml/2006/main">
            <a:off x="609600" y="742950"/>
            <a:ext cx="109728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3600" b="1" i="0">
                <a:solidFill>
                  <a:srgbClr val="0B1F3A"/>
                </a:solidFill>
                <a:latin typeface="Aptos"/>
                <a:ea typeface="Aptos"/>
                <a:cs typeface="Aptos"/>
              </a:defRPr>
            </a:pPr>
            <a:r>
              <a:rPr sz="3600" b="1" i="0">
                <a:solidFill>
                  <a:srgbClr val="0B1F3A"/>
                </a:solidFill>
                <a:latin typeface="Aptos"/>
                <a:ea typeface="Aptos"/>
                <a:cs typeface="Aptos"/>
              </a:rPr>
              <a:t>Snapshot quiz được tái sử dụng giữa nhiều người dùng</a:t>
            </a:r>
          </a:p>
        </p:txBody>
      </p:sp>
      <p:sp>
        <p:nvSpPr>
          <p:cNvPr id="4" name="">
            <a:extLst xmlns:a="http://schemas.openxmlformats.org/drawingml/2006/main">
              <a:ext uri="{FF2B5EF4-FFF2-40B4-BE49-F238E27FC236}">
                <a16:creationId xmlns:a16="http://schemas.microsoft.com/office/drawing/2014/main" id="{2F63E435-8D1E-4C97-86EE-48214B41E7EA}"/>
              </a:ext>
            </a:extLst>
          </p:cNvPr>
          <p:cNvSpPr>
            <a:spLocks xmlns:a="http://schemas.openxmlformats.org/drawingml/2006/main" noGrp="1"/>
          </p:cNvSpPr>
          <p:nvPr/>
        </p:nvSpPr>
        <p:spPr>
          <a:xfrm xmlns:a="http://schemas.openxmlformats.org/drawingml/2006/main">
            <a:off x="609600" y="1495425"/>
            <a:ext cx="10972800" cy="19050"/>
          </a:xfrm>
          <a:prstGeom xmlns:a="http://schemas.openxmlformats.org/drawingml/2006/main" prst="rect">
            <a:avLst/>
          </a:prstGeom>
          <a:solidFill xmlns:a="http://schemas.openxmlformats.org/drawingml/2006/main">
            <a:srgbClr val="E2E8F0"/>
          </a:solidFill>
          <a:ln xmlns:a="http://schemas.openxmlformats.org/drawingml/2006/main" w="0">
            <a:solidFill>
              <a:srgbClr val="E2E8F0"/>
            </a:solidFill>
            <a:prstDash val="solid"/>
          </a:ln>
        </p:spPr>
      </p:sp>
      <p:sp>
        <p:nvSpPr>
          <p:cNvPr id="5" name="">
            <a:extLst xmlns:a="http://schemas.openxmlformats.org/drawingml/2006/main">
              <a:ext uri="{FF2B5EF4-FFF2-40B4-BE49-F238E27FC236}">
                <a16:creationId xmlns:a16="http://schemas.microsoft.com/office/drawing/2014/main" id="{8108B4DD-BC6D-4B37-A50F-0C99ED55A5E5}"/>
              </a:ext>
            </a:extLst>
          </p:cNvPr>
          <p:cNvSpPr>
            <a:spLocks xmlns:a="http://schemas.openxmlformats.org/drawingml/2006/main" noGrp="1"/>
          </p:cNvSpPr>
          <p:nvPr/>
        </p:nvSpPr>
        <p:spPr>
          <a:xfrm xmlns:a="http://schemas.openxmlformats.org/drawingml/2006/main">
            <a:off x="609600" y="1495425"/>
            <a:ext cx="1143000" cy="38100"/>
          </a:xfrm>
          <a:prstGeom xmlns:a="http://schemas.openxmlformats.org/drawingml/2006/main" prst="rect">
            <a:avLst/>
          </a:prstGeom>
          <a:solidFill xmlns:a="http://schemas.openxmlformats.org/drawingml/2006/main">
            <a:srgbClr val="2563EB"/>
          </a:solidFill>
          <a:ln xmlns:a="http://schemas.openxmlformats.org/drawingml/2006/main" w="0">
            <a:solidFill>
              <a:srgbClr val="2563EB"/>
            </a:solidFill>
            <a:prstDash val="solid"/>
          </a:ln>
        </p:spPr>
      </p:sp>
      <p:sp>
        <p:nvSpPr>
          <p:cNvPr id="6" name="">
            <a:extLst xmlns:a="http://schemas.openxmlformats.org/drawingml/2006/main">
              <a:ext uri="{FF2B5EF4-FFF2-40B4-BE49-F238E27FC236}">
                <a16:creationId xmlns:a16="http://schemas.microsoft.com/office/drawing/2014/main" id="{C33610F4-46E6-434D-96C0-A539855C4367}"/>
              </a:ext>
            </a:extLst>
          </p:cNvPr>
          <p:cNvSpPr>
            <a:spLocks xmlns:a="http://schemas.openxmlformats.org/drawingml/2006/main" noGrp="1"/>
          </p:cNvSpPr>
          <p:nvPr/>
        </p:nvSpPr>
        <p:spPr>
          <a:xfrm xmlns:a="http://schemas.openxmlformats.org/drawingml/2006/main">
            <a:off x="609600" y="6543675"/>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1" i="0">
                <a:solidFill>
                  <a:srgbClr val="94A3B8"/>
                </a:solidFill>
                <a:latin typeface="Aptos"/>
                <a:ea typeface="Aptos"/>
                <a:cs typeface="Aptos"/>
              </a:defRPr>
            </a:pPr>
            <a:r>
              <a:rPr sz="1125" b="1" i="0">
                <a:solidFill>
                  <a:srgbClr val="94A3B8"/>
                </a:solidFill>
                <a:latin typeface="Aptos"/>
                <a:ea typeface="Aptos"/>
                <a:cs typeface="Aptos"/>
              </a:rPr>
              <a:t>VOCAB APP  •  ĐỒ ÁN KHÓA LUẬN</a:t>
            </a:r>
          </a:p>
        </p:txBody>
      </p:sp>
      <p:sp>
        <p:nvSpPr>
          <p:cNvPr id="7" name="">
            <a:extLst xmlns:a="http://schemas.openxmlformats.org/drawingml/2006/main">
              <a:ext uri="{FF2B5EF4-FFF2-40B4-BE49-F238E27FC236}">
                <a16:creationId xmlns:a16="http://schemas.microsoft.com/office/drawing/2014/main" id="{08970779-2012-41BB-92DD-59DDE9CE6FBC}"/>
              </a:ext>
            </a:extLst>
          </p:cNvPr>
          <p:cNvSpPr>
            <a:spLocks xmlns:a="http://schemas.openxmlformats.org/drawingml/2006/main" noGrp="1"/>
          </p:cNvSpPr>
          <p:nvPr/>
        </p:nvSpPr>
        <p:spPr>
          <a:xfrm xmlns:a="http://schemas.openxmlformats.org/drawingml/2006/main">
            <a:off x="11144250" y="6486525"/>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1" i="0">
                <a:solidFill>
                  <a:srgbClr val="64748B"/>
                </a:solidFill>
                <a:latin typeface="Aptos"/>
                <a:ea typeface="Aptos"/>
                <a:cs typeface="Aptos"/>
              </a:defRPr>
            </a:pPr>
            <a:r>
              <a:rPr sz="1350" b="1" i="0">
                <a:solidFill>
                  <a:srgbClr val="64748B"/>
                </a:solidFill>
                <a:latin typeface="Aptos"/>
                <a:ea typeface="Aptos"/>
                <a:cs typeface="Aptos"/>
              </a:rPr>
              <a:t>09</a:t>
            </a:r>
          </a:p>
        </p:txBody>
      </p:sp>
      <p:sp>
        <p:nvSpPr>
          <p:cNvPr id="8" name="">
            <a:extLst xmlns:a="http://schemas.openxmlformats.org/drawingml/2006/main">
              <a:ext uri="{FF2B5EF4-FFF2-40B4-BE49-F238E27FC236}">
                <a16:creationId xmlns:a16="http://schemas.microsoft.com/office/drawing/2014/main" id="{5943C9DE-5FFD-49FF-B082-555DF851E2B0}"/>
              </a:ext>
            </a:extLst>
          </p:cNvPr>
          <p:cNvSpPr>
            <a:spLocks xmlns:a="http://schemas.openxmlformats.org/drawingml/2006/main" noGrp="1"/>
          </p:cNvSpPr>
          <p:nvPr/>
        </p:nvSpPr>
        <p:spPr>
          <a:xfrm xmlns:a="http://schemas.openxmlformats.org/drawingml/2006/main">
            <a:off x="742950" y="2324100"/>
            <a:ext cx="685800" cy="685800"/>
          </a:xfrm>
          <a:prstGeom xmlns:a="http://schemas.openxmlformats.org/drawingml/2006/main" prst="ellipse">
            <a:avLst/>
          </a:prstGeom>
          <a:solidFill xmlns:a="http://schemas.openxmlformats.org/drawingml/2006/main">
            <a:srgbClr val="2563EB"/>
          </a:solidFill>
          <a:ln xmlns:a="http://schemas.openxmlformats.org/drawingml/2006/main" w="9525">
            <a:solidFill>
              <a:srgbClr val="2563EB"/>
            </a:solidFill>
            <a:prstDash val="solid"/>
          </a:ln>
        </p:spPr>
      </p:sp>
      <p:sp>
        <p:nvSpPr>
          <p:cNvPr id="9" name="">
            <a:extLst xmlns:a="http://schemas.openxmlformats.org/drawingml/2006/main">
              <a:ext uri="{FF2B5EF4-FFF2-40B4-BE49-F238E27FC236}">
                <a16:creationId xmlns:a16="http://schemas.microsoft.com/office/drawing/2014/main" id="{D423DDE3-686F-4238-87A6-D88CEB25D090}"/>
              </a:ext>
            </a:extLst>
          </p:cNvPr>
          <p:cNvSpPr>
            <a:spLocks xmlns:a="http://schemas.openxmlformats.org/drawingml/2006/main" noGrp="1"/>
          </p:cNvSpPr>
          <p:nvPr/>
        </p:nvSpPr>
        <p:spPr>
          <a:xfrm xmlns:a="http://schemas.openxmlformats.org/drawingml/2006/main">
            <a:off x="742950" y="2324100"/>
            <a:ext cx="6858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100" b="1" i="0">
                <a:solidFill>
                  <a:srgbClr val="FFFFFF"/>
                </a:solidFill>
                <a:latin typeface="Aptos"/>
                <a:ea typeface="Aptos"/>
                <a:cs typeface="Aptos"/>
              </a:defRPr>
            </a:pPr>
            <a:r>
              <a:rPr sz="2100" b="1" i="0">
                <a:solidFill>
                  <a:srgbClr val="FFFFFF"/>
                </a:solidFill>
                <a:latin typeface="Aptos"/>
                <a:ea typeface="Aptos"/>
                <a:cs typeface="Aptos"/>
              </a:rPr>
              <a:t>A</a:t>
            </a:r>
          </a:p>
        </p:txBody>
      </p:sp>
      <p:sp>
        <p:nvSpPr>
          <p:cNvPr id="10" name="">
            <a:extLst xmlns:a="http://schemas.openxmlformats.org/drawingml/2006/main">
              <a:ext uri="{FF2B5EF4-FFF2-40B4-BE49-F238E27FC236}">
                <a16:creationId xmlns:a16="http://schemas.microsoft.com/office/drawing/2014/main" id="{3FE11FE1-8BAE-4D4A-A8F5-996D472C0513}"/>
              </a:ext>
            </a:extLst>
          </p:cNvPr>
          <p:cNvSpPr>
            <a:spLocks xmlns:a="http://schemas.openxmlformats.org/drawingml/2006/main" noGrp="1"/>
          </p:cNvSpPr>
          <p:nvPr/>
        </p:nvSpPr>
        <p:spPr>
          <a:xfrm xmlns:a="http://schemas.openxmlformats.org/drawingml/2006/main">
            <a:off x="742950" y="3429000"/>
            <a:ext cx="685800" cy="685800"/>
          </a:xfrm>
          <a:prstGeom xmlns:a="http://schemas.openxmlformats.org/drawingml/2006/main" prst="ellipse">
            <a:avLst/>
          </a:prstGeom>
          <a:solidFill xmlns:a="http://schemas.openxmlformats.org/drawingml/2006/main">
            <a:srgbClr val="0891B2"/>
          </a:solidFill>
          <a:ln xmlns:a="http://schemas.openxmlformats.org/drawingml/2006/main" w="9525">
            <a:solidFill>
              <a:srgbClr val="0891B2"/>
            </a:solidFill>
            <a:prstDash val="solid"/>
          </a:ln>
        </p:spPr>
      </p:sp>
      <p:sp>
        <p:nvSpPr>
          <p:cNvPr id="11" name="">
            <a:extLst xmlns:a="http://schemas.openxmlformats.org/drawingml/2006/main">
              <a:ext uri="{FF2B5EF4-FFF2-40B4-BE49-F238E27FC236}">
                <a16:creationId xmlns:a16="http://schemas.microsoft.com/office/drawing/2014/main" id="{CD4FF80D-B476-451C-8F87-3CC3BEF17408}"/>
              </a:ext>
            </a:extLst>
          </p:cNvPr>
          <p:cNvSpPr>
            <a:spLocks xmlns:a="http://schemas.openxmlformats.org/drawingml/2006/main" noGrp="1"/>
          </p:cNvSpPr>
          <p:nvPr/>
        </p:nvSpPr>
        <p:spPr>
          <a:xfrm xmlns:a="http://schemas.openxmlformats.org/drawingml/2006/main">
            <a:off x="742950" y="3429000"/>
            <a:ext cx="6858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2100" b="1" i="0">
                <a:solidFill>
                  <a:srgbClr val="FFFFFF"/>
                </a:solidFill>
                <a:latin typeface="Aptos"/>
                <a:ea typeface="Aptos"/>
                <a:cs typeface="Aptos"/>
              </a:defRPr>
            </a:pPr>
            <a:r>
              <a:rPr sz="2100" b="1" i="0">
                <a:solidFill>
                  <a:srgbClr val="FFFFFF"/>
                </a:solidFill>
                <a:latin typeface="Aptos"/>
                <a:ea typeface="Aptos"/>
                <a:cs typeface="Aptos"/>
              </a:rPr>
              <a:t>B</a:t>
            </a:r>
          </a:p>
        </p:txBody>
      </p:sp>
      <p:sp>
        <p:nvSpPr>
          <p:cNvPr id="12" name="">
            <a:extLst xmlns:a="http://schemas.openxmlformats.org/drawingml/2006/main">
              <a:ext uri="{FF2B5EF4-FFF2-40B4-BE49-F238E27FC236}">
                <a16:creationId xmlns:a16="http://schemas.microsoft.com/office/drawing/2014/main" id="{0BA9BC0C-4E17-4B59-8A76-3228F16CA4A1}"/>
              </a:ext>
            </a:extLst>
          </p:cNvPr>
          <p:cNvSpPr>
            <a:spLocks xmlns:a="http://schemas.openxmlformats.org/drawingml/2006/main" noGrp="1"/>
          </p:cNvSpPr>
          <p:nvPr/>
        </p:nvSpPr>
        <p:spPr>
          <a:xfrm xmlns:a="http://schemas.openxmlformats.org/drawingml/2006/main">
            <a:off x="609600" y="4362450"/>
            <a:ext cx="11049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1" i="0">
                <a:solidFill>
                  <a:srgbClr val="475569"/>
                </a:solidFill>
                <a:latin typeface="Aptos"/>
                <a:ea typeface="Aptos"/>
                <a:cs typeface="Aptos"/>
              </a:defRPr>
            </a:pPr>
            <a:r>
              <a:rPr sz="1500" b="1" i="0">
                <a:solidFill>
                  <a:srgbClr val="475569"/>
                </a:solidFill>
                <a:latin typeface="Aptos"/>
                <a:ea typeface="Aptos"/>
                <a:cs typeface="Aptos"/>
              </a:rPr>
              <a:t>30 / 60 / 90 câu</a:t>
            </a:r>
          </a:p>
        </p:txBody>
      </p:sp>
      <p:sp>
        <p:nvSpPr>
          <p:cNvPr id="13" name="">
            <a:extLst xmlns:a="http://schemas.openxmlformats.org/drawingml/2006/main">
              <a:ext uri="{FF2B5EF4-FFF2-40B4-BE49-F238E27FC236}">
                <a16:creationId xmlns:a16="http://schemas.microsoft.com/office/drawing/2014/main" id="{80894008-C828-4B51-9EF0-BBD475AFD267}"/>
              </a:ext>
            </a:extLst>
          </p:cNvPr>
          <p:cNvSpPr>
            <a:spLocks xmlns:a="http://schemas.openxmlformats.org/drawingml/2006/main" noGrp="1"/>
          </p:cNvSpPr>
          <p:nvPr/>
        </p:nvSpPr>
        <p:spPr>
          <a:xfrm xmlns:a="http://schemas.openxmlformats.org/drawingml/2006/main">
            <a:off x="2209800" y="2457450"/>
            <a:ext cx="2095500" cy="1733550"/>
          </a:xfrm>
          <a:prstGeom xmlns:a="http://schemas.openxmlformats.org/drawingml/2006/main" prst="roundRect">
            <a:avLst>
              <a:gd name="adj" fmla="val 9890"/>
            </a:avLst>
          </a:prstGeom>
          <a:solidFill xmlns:a="http://schemas.openxmlformats.org/drawingml/2006/main">
            <a:srgbClr val="F8FAFC"/>
          </a:solidFill>
          <a:ln xmlns:a="http://schemas.openxmlformats.org/drawingml/2006/main" w="14288">
            <a:solidFill>
              <a:srgbClr val="E2E8F0"/>
            </a:solidFill>
            <a:prstDash val="solid"/>
          </a:ln>
        </p:spPr>
      </p:sp>
      <p:sp>
        <p:nvSpPr>
          <p:cNvPr id="14" name="">
            <a:extLst xmlns:a="http://schemas.openxmlformats.org/drawingml/2006/main">
              <a:ext uri="{FF2B5EF4-FFF2-40B4-BE49-F238E27FC236}">
                <a16:creationId xmlns:a16="http://schemas.microsoft.com/office/drawing/2014/main" id="{84FBE010-C1CE-4AB9-8077-BE8FF887CE18}"/>
              </a:ext>
            </a:extLst>
          </p:cNvPr>
          <p:cNvSpPr>
            <a:spLocks xmlns:a="http://schemas.openxmlformats.org/drawingml/2006/main" noGrp="1"/>
          </p:cNvSpPr>
          <p:nvPr/>
        </p:nvSpPr>
        <p:spPr>
          <a:xfrm xmlns:a="http://schemas.openxmlformats.org/drawingml/2006/main">
            <a:off x="2419350" y="2686050"/>
            <a:ext cx="16764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75" b="1" i="0">
                <a:solidFill>
                  <a:srgbClr val="0B1F3A"/>
                </a:solidFill>
                <a:latin typeface="Aptos"/>
                <a:ea typeface="Aptos"/>
                <a:cs typeface="Aptos"/>
              </a:defRPr>
            </a:pPr>
            <a:r>
              <a:rPr sz="1875" b="1" i="0">
                <a:solidFill>
                  <a:srgbClr val="0B1F3A"/>
                </a:solidFill>
                <a:latin typeface="Aptos"/>
                <a:ea typeface="Aptos"/>
                <a:cs typeface="Aptos"/>
              </a:rPr>
              <a:t>Chọn từ đến hạn</a:t>
            </a:r>
          </a:p>
        </p:txBody>
      </p:sp>
      <p:sp>
        <p:nvSpPr>
          <p:cNvPr id="15" name="">
            <a:extLst xmlns:a="http://schemas.openxmlformats.org/drawingml/2006/main">
              <a:ext uri="{FF2B5EF4-FFF2-40B4-BE49-F238E27FC236}">
                <a16:creationId xmlns:a16="http://schemas.microsoft.com/office/drawing/2014/main" id="{DDFE533A-C617-4CE5-A4B4-B3CCF342A805}"/>
              </a:ext>
            </a:extLst>
          </p:cNvPr>
          <p:cNvSpPr>
            <a:spLocks xmlns:a="http://schemas.openxmlformats.org/drawingml/2006/main" noGrp="1"/>
          </p:cNvSpPr>
          <p:nvPr/>
        </p:nvSpPr>
        <p:spPr>
          <a:xfrm xmlns:a="http://schemas.openxmlformats.org/drawingml/2006/main">
            <a:off x="2419350" y="3219450"/>
            <a:ext cx="16764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5000"/>
              </a:lnSpc>
              <a:buNone/>
              <a:defRPr sz="1500" b="0" i="0">
                <a:solidFill>
                  <a:srgbClr val="475569"/>
                </a:solidFill>
                <a:latin typeface="Aptos"/>
                <a:ea typeface="Aptos"/>
                <a:cs typeface="Aptos"/>
              </a:defRPr>
            </a:pPr>
            <a:r>
              <a:rPr sz="1500" b="0" i="0">
                <a:solidFill>
                  <a:srgbClr val="475569"/>
                </a:solidFill>
                <a:latin typeface="Aptos"/>
                <a:ea typeface="Aptos"/>
                <a:cs typeface="Aptos"/>
              </a:rPr>
              <a:t>nextReviewAt ≤ now</a:t>
            </a:r>
          </a:p>
          <a:p xmlns:a="http://schemas.openxmlformats.org/drawingml/2006/main">
            <a:pPr algn="ctr">
              <a:lnSpc>
                <a:spcPct val="105000"/>
              </a:lnSpc>
              <a:buNone/>
              <a:defRPr sz="1500" b="0" i="0">
                <a:solidFill>
                  <a:srgbClr val="475569"/>
                </a:solidFill>
                <a:latin typeface="Aptos"/>
                <a:ea typeface="Aptos"/>
                <a:cs typeface="Aptos"/>
              </a:defRPr>
            </a:pPr>
            <a:r>
              <a:rPr sz="1500" b="0" i="0">
                <a:solidFill>
                  <a:srgbClr val="475569"/>
                </a:solidFill>
                <a:latin typeface="Aptos"/>
                <a:ea typeface="Aptos"/>
                <a:cs typeface="Aptos"/>
              </a:rPr>
              <a:t>quota theo level</a:t>
            </a:r>
          </a:p>
          <a:p xmlns:a="http://schemas.openxmlformats.org/drawingml/2006/main">
            <a:pPr algn="ctr">
              <a:lnSpc>
                <a:spcPct val="105000"/>
              </a:lnSpc>
              <a:buNone/>
              <a:defRPr sz="1500" b="0" i="0">
                <a:solidFill>
                  <a:srgbClr val="475569"/>
                </a:solidFill>
                <a:latin typeface="Aptos"/>
                <a:ea typeface="Aptos"/>
                <a:cs typeface="Aptos"/>
              </a:defRPr>
            </a:pPr>
            <a:r>
              <a:rPr sz="1500" b="0" i="0">
                <a:solidFill>
                  <a:srgbClr val="475569"/>
                </a:solidFill>
                <a:latin typeface="Aptos"/>
                <a:ea typeface="Aptos"/>
                <a:cs typeface="Aptos"/>
              </a:rPr>
              <a:t>4 examples / sense</a:t>
            </a:r>
          </a:p>
        </p:txBody>
      </p:sp>
      <p:sp>
        <p:nvSpPr>
          <p:cNvPr id="16" name="">
            <a:extLst xmlns:a="http://schemas.openxmlformats.org/drawingml/2006/main">
              <a:ext uri="{FF2B5EF4-FFF2-40B4-BE49-F238E27FC236}">
                <a16:creationId xmlns:a16="http://schemas.microsoft.com/office/drawing/2014/main" id="{05AFF15E-8A92-4CA1-A646-D0E5A4C61027}"/>
              </a:ext>
            </a:extLst>
          </p:cNvPr>
          <p:cNvSpPr>
            <a:spLocks xmlns:a="http://schemas.openxmlformats.org/drawingml/2006/main" noGrp="1"/>
          </p:cNvSpPr>
          <p:nvPr/>
        </p:nvSpPr>
        <p:spPr>
          <a:xfrm xmlns:a="http://schemas.openxmlformats.org/drawingml/2006/main">
            <a:off x="4953000" y="2076450"/>
            <a:ext cx="3752850" cy="2476500"/>
          </a:xfrm>
          <a:prstGeom xmlns:a="http://schemas.openxmlformats.org/drawingml/2006/main" prst="roundRect">
            <a:avLst>
              <a:gd name="adj" fmla="val 8462"/>
            </a:avLst>
          </a:prstGeom>
          <a:solidFill xmlns:a="http://schemas.openxmlformats.org/drawingml/2006/main">
            <a:srgbClr val="FEF2F2"/>
          </a:solidFill>
          <a:ln xmlns:a="http://schemas.openxmlformats.org/drawingml/2006/main" w="17145">
            <a:solidFill>
              <a:srgbClr val="FCA5A5"/>
            </a:solidFill>
            <a:prstDash val="solid"/>
          </a:ln>
        </p:spPr>
      </p:sp>
      <p:sp>
        <p:nvSpPr>
          <p:cNvPr id="17" name="">
            <a:extLst xmlns:a="http://schemas.openxmlformats.org/drawingml/2006/main">
              <a:ext uri="{FF2B5EF4-FFF2-40B4-BE49-F238E27FC236}">
                <a16:creationId xmlns:a16="http://schemas.microsoft.com/office/drawing/2014/main" id="{7A8813F6-27CF-4DA8-B1CE-A208F3BAFB74}"/>
              </a:ext>
            </a:extLst>
          </p:cNvPr>
          <p:cNvSpPr>
            <a:spLocks xmlns:a="http://schemas.openxmlformats.org/drawingml/2006/main" noGrp="1"/>
          </p:cNvSpPr>
          <p:nvPr/>
        </p:nvSpPr>
        <p:spPr>
          <a:xfrm xmlns:a="http://schemas.openxmlformats.org/drawingml/2006/main">
            <a:off x="5200650" y="2286000"/>
            <a:ext cx="32575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1" i="0">
                <a:solidFill>
                  <a:srgbClr val="DC2626"/>
                </a:solidFill>
                <a:latin typeface="Aptos"/>
                <a:ea typeface="Aptos"/>
                <a:cs typeface="Aptos"/>
              </a:defRPr>
            </a:pPr>
            <a:r>
              <a:rPr sz="1500" b="1" i="0">
                <a:solidFill>
                  <a:srgbClr val="DC2626"/>
                </a:solidFill>
                <a:latin typeface="Aptos"/>
                <a:ea typeface="Aptos"/>
                <a:cs typeface="Aptos"/>
              </a:rPr>
              <a:t>REDIS — SHARED SNAPSHOT</a:t>
            </a:r>
          </a:p>
        </p:txBody>
      </p:sp>
      <p:sp>
        <p:nvSpPr>
          <p:cNvPr id="18" name="">
            <a:extLst xmlns:a="http://schemas.openxmlformats.org/drawingml/2006/main">
              <a:ext uri="{FF2B5EF4-FFF2-40B4-BE49-F238E27FC236}">
                <a16:creationId xmlns:a16="http://schemas.microsoft.com/office/drawing/2014/main" id="{DFF54C50-0817-4052-987A-A2D5B3082268}"/>
              </a:ext>
            </a:extLst>
          </p:cNvPr>
          <p:cNvSpPr>
            <a:spLocks xmlns:a="http://schemas.openxmlformats.org/drawingml/2006/main" noGrp="1"/>
          </p:cNvSpPr>
          <p:nvPr/>
        </p:nvSpPr>
        <p:spPr>
          <a:xfrm xmlns:a="http://schemas.openxmlformats.org/drawingml/2006/main">
            <a:off x="5200650" y="2724150"/>
            <a:ext cx="32575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350" b="1" i="0">
                <a:solidFill>
                  <a:srgbClr val="0B1F3A"/>
                </a:solidFill>
                <a:latin typeface="Aptos Mono"/>
                <a:ea typeface="Aptos Mono"/>
                <a:cs typeface="Aptos Mono"/>
              </a:defRPr>
            </a:pPr>
            <a:r>
              <a:rPr sz="1350" b="1" i="0">
                <a:solidFill>
                  <a:srgbClr val="0B1F3A"/>
                </a:solidFill>
                <a:latin typeface="Aptos Mono"/>
                <a:ea typeface="Aptos Mono"/>
                <a:cs typeface="Aptos Mono"/>
              </a:rPr>
              <a:t>review_vocab_snapshot:v1:</a:t>
            </a:r>
          </a:p>
          <a:p xmlns:a="http://schemas.openxmlformats.org/drawingml/2006/main">
            <a:pPr algn="ctr">
              <a:defRPr sz="1350" b="1" i="0">
                <a:solidFill>
                  <a:srgbClr val="0B1F3A"/>
                </a:solidFill>
                <a:latin typeface="Aptos Mono"/>
                <a:ea typeface="Aptos Mono"/>
                <a:cs typeface="Aptos Mono"/>
              </a:defRPr>
            </a:pPr>
            <a:r>
              <a:rPr sz="1350" b="1" i="0">
                <a:solidFill>
                  <a:srgbClr val="0B1F3A"/>
                </a:solidFill>
                <a:latin typeface="Aptos Mono"/>
                <a:ea typeface="Aptos Mono"/>
                <a:cs typeface="Aptos Mono"/>
              </a:rPr>
              <a:t>&lt;wordId&gt;:&lt;senseKey&gt;:</a:t>
            </a:r>
          </a:p>
          <a:p xmlns:a="http://schemas.openxmlformats.org/drawingml/2006/main">
            <a:pPr algn="ctr">
              <a:defRPr sz="1350" b="1" i="0">
                <a:solidFill>
                  <a:srgbClr val="0B1F3A"/>
                </a:solidFill>
                <a:latin typeface="Aptos Mono"/>
                <a:ea typeface="Aptos Mono"/>
                <a:cs typeface="Aptos Mono"/>
              </a:defRPr>
            </a:pPr>
            <a:r>
              <a:rPr sz="1350" b="1" i="0">
                <a:solidFill>
                  <a:srgbClr val="0B1F3A"/>
                </a:solidFill>
                <a:latin typeface="Aptos Mono"/>
                <a:ea typeface="Aptos Mono"/>
                <a:cs typeface="Aptos Mono"/>
              </a:rPr>
              <a:t>&lt;langCode&gt;:&lt;revision&gt;</a:t>
            </a:r>
          </a:p>
        </p:txBody>
      </p:sp>
      <p:sp>
        <p:nvSpPr>
          <p:cNvPr id="19" name="">
            <a:extLst xmlns:a="http://schemas.openxmlformats.org/drawingml/2006/main">
              <a:ext uri="{FF2B5EF4-FFF2-40B4-BE49-F238E27FC236}">
                <a16:creationId xmlns:a16="http://schemas.microsoft.com/office/drawing/2014/main" id="{FDE33B36-90F9-4394-869C-35E5954D15E2}"/>
              </a:ext>
            </a:extLst>
          </p:cNvPr>
          <p:cNvSpPr>
            <a:spLocks xmlns:a="http://schemas.openxmlformats.org/drawingml/2006/main" noGrp="1"/>
          </p:cNvSpPr>
          <p:nvPr/>
        </p:nvSpPr>
        <p:spPr>
          <a:xfrm xmlns:a="http://schemas.openxmlformats.org/drawingml/2006/main">
            <a:off x="5200650" y="3733800"/>
            <a:ext cx="32575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0" i="0">
                <a:solidFill>
                  <a:srgbClr val="475569"/>
                </a:solidFill>
                <a:latin typeface="Aptos"/>
                <a:ea typeface="Aptos"/>
                <a:cs typeface="Aptos"/>
              </a:defRPr>
            </a:pPr>
            <a:r>
              <a:rPr sz="1500" b="0" i="0">
                <a:solidFill>
                  <a:srgbClr val="475569"/>
                </a:solidFill>
                <a:latin typeface="Aptos"/>
                <a:ea typeface="Aptos"/>
                <a:cs typeface="Aptos"/>
              </a:rPr>
              <a:t>Không có userId / userVocabId</a:t>
            </a:r>
          </a:p>
          <a:p xmlns:a="http://schemas.openxmlformats.org/drawingml/2006/main">
            <a:pPr algn="ctr">
              <a:defRPr sz="1500" b="0" i="0">
                <a:solidFill>
                  <a:srgbClr val="475569"/>
                </a:solidFill>
                <a:latin typeface="Aptos"/>
                <a:ea typeface="Aptos"/>
                <a:cs typeface="Aptos"/>
              </a:defRPr>
            </a:pPr>
            <a:r>
              <a:rPr sz="1500" b="0" i="0">
                <a:solidFill>
                  <a:srgbClr val="475569"/>
                </a:solidFill>
                <a:latin typeface="Aptos"/>
                <a:ea typeface="Aptos"/>
                <a:cs typeface="Aptos"/>
              </a:rPr>
              <a:t>TTL 6 giờ + jitter 0–30 phút</a:t>
            </a:r>
          </a:p>
        </p:txBody>
      </p:sp>
      <p:sp>
        <p:nvSpPr>
          <p:cNvPr id="20" name="">
            <a:extLst xmlns:a="http://schemas.openxmlformats.org/drawingml/2006/main">
              <a:ext uri="{FF2B5EF4-FFF2-40B4-BE49-F238E27FC236}">
                <a16:creationId xmlns:a16="http://schemas.microsoft.com/office/drawing/2014/main" id="{45A7EB83-68EE-40C2-86F1-26E10D5E39B7}"/>
              </a:ext>
            </a:extLst>
          </p:cNvPr>
          <p:cNvSpPr>
            <a:spLocks xmlns:a="http://schemas.openxmlformats.org/drawingml/2006/main" noGrp="1"/>
          </p:cNvSpPr>
          <p:nvPr/>
        </p:nvSpPr>
        <p:spPr>
          <a:xfrm xmlns:a="http://schemas.openxmlformats.org/drawingml/2006/main">
            <a:off x="9353550" y="2457450"/>
            <a:ext cx="2228850" cy="1733550"/>
          </a:xfrm>
          <a:prstGeom xmlns:a="http://schemas.openxmlformats.org/drawingml/2006/main" prst="roundRect">
            <a:avLst>
              <a:gd name="adj" fmla="val 9890"/>
            </a:avLst>
          </a:prstGeom>
          <a:solidFill xmlns:a="http://schemas.openxmlformats.org/drawingml/2006/main">
            <a:srgbClr val="EFF6FF"/>
          </a:solidFill>
          <a:ln xmlns:a="http://schemas.openxmlformats.org/drawingml/2006/main" w="16193">
            <a:solidFill>
              <a:srgbClr val="93C5FD"/>
            </a:solidFill>
            <a:prstDash val="solid"/>
          </a:ln>
        </p:spPr>
      </p:sp>
      <p:sp>
        <p:nvSpPr>
          <p:cNvPr id="21" name="">
            <a:extLst xmlns:a="http://schemas.openxmlformats.org/drawingml/2006/main">
              <a:ext uri="{FF2B5EF4-FFF2-40B4-BE49-F238E27FC236}">
                <a16:creationId xmlns:a16="http://schemas.microsoft.com/office/drawing/2014/main" id="{D429D120-CCF4-4C3F-AB62-A3DAF7053778}"/>
              </a:ext>
            </a:extLst>
          </p:cNvPr>
          <p:cNvSpPr>
            <a:spLocks xmlns:a="http://schemas.openxmlformats.org/drawingml/2006/main" noGrp="1"/>
          </p:cNvSpPr>
          <p:nvPr/>
        </p:nvSpPr>
        <p:spPr>
          <a:xfrm xmlns:a="http://schemas.openxmlformats.org/drawingml/2006/main">
            <a:off x="9582150" y="2686050"/>
            <a:ext cx="17716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875" b="1" i="0">
                <a:solidFill>
                  <a:srgbClr val="1D4ED8"/>
                </a:solidFill>
                <a:latin typeface="Aptos"/>
                <a:ea typeface="Aptos"/>
                <a:cs typeface="Aptos"/>
              </a:defRPr>
            </a:pPr>
            <a:r>
              <a:rPr sz="1875" b="1" i="0">
                <a:solidFill>
                  <a:srgbClr val="1D4ED8"/>
                </a:solidFill>
                <a:latin typeface="Aptos"/>
                <a:ea typeface="Aptos"/>
                <a:cs typeface="Aptos"/>
              </a:rPr>
              <a:t>Quiz theo user</a:t>
            </a:r>
          </a:p>
        </p:txBody>
      </p:sp>
      <p:sp>
        <p:nvSpPr>
          <p:cNvPr id="22" name="">
            <a:extLst xmlns:a="http://schemas.openxmlformats.org/drawingml/2006/main">
              <a:ext uri="{FF2B5EF4-FFF2-40B4-BE49-F238E27FC236}">
                <a16:creationId xmlns:a16="http://schemas.microsoft.com/office/drawing/2014/main" id="{0715BEAF-FAD6-49B1-AA98-FEAA8EB6510D}"/>
              </a:ext>
            </a:extLst>
          </p:cNvPr>
          <p:cNvSpPr>
            <a:spLocks xmlns:a="http://schemas.openxmlformats.org/drawingml/2006/main" noGrp="1"/>
          </p:cNvSpPr>
          <p:nvPr/>
        </p:nvSpPr>
        <p:spPr>
          <a:xfrm xmlns:a="http://schemas.openxmlformats.org/drawingml/2006/main">
            <a:off x="9582150" y="3238500"/>
            <a:ext cx="17716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0" i="0">
                <a:solidFill>
                  <a:srgbClr val="475569"/>
                </a:solidFill>
                <a:latin typeface="Aptos"/>
                <a:ea typeface="Aptos"/>
                <a:cs typeface="Aptos"/>
              </a:defRPr>
            </a:pPr>
            <a:r>
              <a:rPr sz="1500" b="0" i="0">
                <a:solidFill>
                  <a:srgbClr val="475569"/>
                </a:solidFill>
                <a:latin typeface="Aptos"/>
                <a:ea typeface="Aptos"/>
                <a:cs typeface="Aptos"/>
              </a:rPr>
              <a:t>multiGet snapshot</a:t>
            </a:r>
          </a:p>
          <a:p xmlns:a="http://schemas.openxmlformats.org/drawingml/2006/main">
            <a:pPr algn="ctr">
              <a:defRPr sz="1500" b="0" i="0">
                <a:solidFill>
                  <a:srgbClr val="475569"/>
                </a:solidFill>
                <a:latin typeface="Aptos"/>
                <a:ea typeface="Aptos"/>
                <a:cs typeface="Aptos"/>
              </a:defRPr>
            </a:pPr>
            <a:r>
              <a:rPr sz="1500" b="0" i="0">
                <a:solidFill>
                  <a:srgbClr val="475569"/>
                </a:solidFill>
                <a:latin typeface="Aptos"/>
                <a:ea typeface="Aptos"/>
                <a:cs typeface="Aptos"/>
              </a:rPr>
              <a:t>8 dạng bài</a:t>
            </a:r>
          </a:p>
          <a:p xmlns:a="http://schemas.openxmlformats.org/drawingml/2006/main">
            <a:pPr algn="ctr">
              <a:defRPr sz="1500" b="0" i="0">
                <a:solidFill>
                  <a:srgbClr val="475569"/>
                </a:solidFill>
                <a:latin typeface="Aptos"/>
                <a:ea typeface="Aptos"/>
                <a:cs typeface="Aptos"/>
              </a:defRPr>
            </a:pPr>
            <a:r>
              <a:rPr sz="1500" b="0" i="0">
                <a:solidFill>
                  <a:srgbClr val="475569"/>
                </a:solidFill>
                <a:latin typeface="Aptos"/>
                <a:ea typeface="Aptos"/>
                <a:cs typeface="Aptos"/>
              </a:rPr>
              <a:t>ghép trong memory</a:t>
            </a:r>
          </a:p>
        </p:txBody>
      </p:sp>
      <p:cxnSp>
        <p:nvCxnSpPr>
          <p:cNvPr id="52" name=""/>
          <p:cNvCxnSpPr>
            <a:stCxn xmlns:a="http://schemas.openxmlformats.org/drawingml/2006/main" id="8" idx="6"/>
            <a:endCxn xmlns:a="http://schemas.openxmlformats.org/drawingml/2006/main" id="13" idx="1"/>
          </p:cNvCxnSpPr>
          <p:nvPr/>
        </p:nvCxnSpPr>
        <p:spPr>
          <a:xfrm xmlns:a="http://schemas.openxmlformats.org/drawingml/2006/main">
            <a:off x="1428750" y="2667000"/>
            <a:ext cx="781050" cy="657225"/>
          </a:xfrm>
          <a:prstGeom xmlns:a="http://schemas.openxmlformats.org/drawingml/2006/main" prst="straightConnector1">
            <a:avLst/>
          </a:prstGeom>
          <a:ln xmlns:a="http://schemas.openxmlformats.org/drawingml/2006/main" w="20955">
            <a:solidFill>
              <a:srgbClr val="2563EB"/>
            </a:solidFill>
            <a:prstDash val="solid"/>
            <a:tailEnd type="triangle" w="sm" len="sm"/>
          </a:ln>
        </p:spPr>
      </p:cxnSp>
      <p:cxnSp>
        <p:nvCxnSpPr>
          <p:cNvPr id="53" name=""/>
          <p:cNvCxnSpPr>
            <a:stCxn xmlns:a="http://schemas.openxmlformats.org/drawingml/2006/main" id="10" idx="6"/>
            <a:endCxn xmlns:a="http://schemas.openxmlformats.org/drawingml/2006/main" id="13" idx="1"/>
          </p:cNvCxnSpPr>
          <p:nvPr/>
        </p:nvCxnSpPr>
        <p:spPr>
          <a:xfrm xmlns:a="http://schemas.openxmlformats.org/drawingml/2006/main" flipV="1">
            <a:off x="1428750" y="3324225"/>
            <a:ext cx="781050" cy="447675"/>
          </a:xfrm>
          <a:prstGeom xmlns:a="http://schemas.openxmlformats.org/drawingml/2006/main" prst="straightConnector1">
            <a:avLst/>
          </a:prstGeom>
          <a:ln xmlns:a="http://schemas.openxmlformats.org/drawingml/2006/main" w="20955">
            <a:solidFill>
              <a:srgbClr val="0891B2"/>
            </a:solidFill>
            <a:prstDash val="solid"/>
            <a:tailEnd type="triangle" w="sm" len="sm"/>
          </a:ln>
        </p:spPr>
      </p:cxnSp>
      <p:cxnSp>
        <p:nvCxnSpPr>
          <p:cNvPr id="54" name=""/>
          <p:cNvCxnSpPr>
            <a:stCxn xmlns:a="http://schemas.openxmlformats.org/drawingml/2006/main" id="13" idx="3"/>
            <a:endCxn xmlns:a="http://schemas.openxmlformats.org/drawingml/2006/main" id="16" idx="1"/>
          </p:cNvCxnSpPr>
          <p:nvPr/>
        </p:nvCxnSpPr>
        <p:spPr>
          <a:xfrm xmlns:a="http://schemas.openxmlformats.org/drawingml/2006/main" flipV="1">
            <a:off x="4305300" y="3314700"/>
            <a:ext cx="647700" cy="9525"/>
          </a:xfrm>
          <a:prstGeom xmlns:a="http://schemas.openxmlformats.org/drawingml/2006/main" prst="straightConnector1">
            <a:avLst/>
          </a:prstGeom>
          <a:ln xmlns:a="http://schemas.openxmlformats.org/drawingml/2006/main" w="20955">
            <a:solidFill>
              <a:srgbClr val="DC2626"/>
            </a:solidFill>
            <a:prstDash val="solid"/>
            <a:tailEnd type="triangle" w="sm" len="sm"/>
          </a:ln>
        </p:spPr>
      </p:cxnSp>
      <p:cxnSp>
        <p:nvCxnSpPr>
          <p:cNvPr id="55" name=""/>
          <p:cNvCxnSpPr>
            <a:stCxn xmlns:a="http://schemas.openxmlformats.org/drawingml/2006/main" id="16" idx="3"/>
            <a:endCxn xmlns:a="http://schemas.openxmlformats.org/drawingml/2006/main" id="20" idx="1"/>
          </p:cNvCxnSpPr>
          <p:nvPr/>
        </p:nvCxnSpPr>
        <p:spPr>
          <a:xfrm xmlns:a="http://schemas.openxmlformats.org/drawingml/2006/main">
            <a:off x="8705850" y="3314700"/>
            <a:ext cx="647700" cy="9525"/>
          </a:xfrm>
          <a:prstGeom xmlns:a="http://schemas.openxmlformats.org/drawingml/2006/main" prst="straightConnector1">
            <a:avLst/>
          </a:prstGeom>
          <a:ln xmlns:a="http://schemas.openxmlformats.org/drawingml/2006/main" w="20955">
            <a:solidFill>
              <a:srgbClr val="2563EB"/>
            </a:solidFill>
            <a:prstDash val="solid"/>
            <a:tailEnd type="triangle" w="sm" len="sm"/>
          </a:ln>
        </p:spPr>
      </p:cxnSp>
      <p:sp>
        <p:nvSpPr>
          <p:cNvPr id="27" name="">
            <a:extLst xmlns:a="http://schemas.openxmlformats.org/drawingml/2006/main">
              <a:ext uri="{FF2B5EF4-FFF2-40B4-BE49-F238E27FC236}">
                <a16:creationId xmlns:a16="http://schemas.microsoft.com/office/drawing/2014/main" id="{9037B627-905B-48A8-A43B-DAF038E4C1D6}"/>
              </a:ext>
            </a:extLst>
          </p:cNvPr>
          <p:cNvSpPr>
            <a:spLocks xmlns:a="http://schemas.openxmlformats.org/drawingml/2006/main" noGrp="1"/>
          </p:cNvSpPr>
          <p:nvPr/>
        </p:nvSpPr>
        <p:spPr>
          <a:xfrm xmlns:a="http://schemas.openxmlformats.org/drawingml/2006/main">
            <a:off x="2209800" y="4933950"/>
            <a:ext cx="9372600" cy="895350"/>
          </a:xfrm>
          <a:prstGeom xmlns:a="http://schemas.openxmlformats.org/drawingml/2006/main" prst="roundRect">
            <a:avLst>
              <a:gd name="adj" fmla="val 19149"/>
            </a:avLst>
          </a:prstGeom>
          <a:solidFill xmlns:a="http://schemas.openxmlformats.org/drawingml/2006/main">
            <a:srgbClr val="ECFDF5"/>
          </a:solidFill>
          <a:ln xmlns:a="http://schemas.openxmlformats.org/drawingml/2006/main" w="12383">
            <a:solidFill>
              <a:srgbClr val="6EE7B7"/>
            </a:solidFill>
            <a:prstDash val="solid"/>
          </a:ln>
        </p:spPr>
      </p:sp>
      <p:sp>
        <p:nvSpPr>
          <p:cNvPr id="28" name="">
            <a:extLst xmlns:a="http://schemas.openxmlformats.org/drawingml/2006/main">
              <a:ext uri="{FF2B5EF4-FFF2-40B4-BE49-F238E27FC236}">
                <a16:creationId xmlns:a16="http://schemas.microsoft.com/office/drawing/2014/main" id="{093305BF-7D63-4665-AFFE-3FFB444FFB49}"/>
              </a:ext>
            </a:extLst>
          </p:cNvPr>
          <p:cNvSpPr>
            <a:spLocks xmlns:a="http://schemas.openxmlformats.org/drawingml/2006/main" noGrp="1"/>
          </p:cNvSpPr>
          <p:nvPr/>
        </p:nvSpPr>
        <p:spPr>
          <a:xfrm xmlns:a="http://schemas.openxmlformats.org/drawingml/2006/main">
            <a:off x="2457450" y="5124450"/>
            <a:ext cx="95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i="0">
                <a:solidFill>
                  <a:srgbClr val="059669"/>
                </a:solidFill>
                <a:latin typeface="Aptos"/>
                <a:ea typeface="Aptos"/>
                <a:cs typeface="Aptos"/>
              </a:defRPr>
            </a:pPr>
            <a:r>
              <a:rPr sz="1650" b="1" i="0">
                <a:solidFill>
                  <a:srgbClr val="059669"/>
                </a:solidFill>
                <a:latin typeface="Aptos"/>
                <a:ea typeface="Aptos"/>
                <a:cs typeface="Aptos"/>
              </a:rPr>
              <a:t>Lợi ích</a:t>
            </a:r>
          </a:p>
        </p:txBody>
      </p:sp>
      <p:sp>
        <p:nvSpPr>
          <p:cNvPr id="29" name="">
            <a:extLst xmlns:a="http://schemas.openxmlformats.org/drawingml/2006/main">
              <a:ext uri="{FF2B5EF4-FFF2-40B4-BE49-F238E27FC236}">
                <a16:creationId xmlns:a16="http://schemas.microsoft.com/office/drawing/2014/main" id="{D20D12FA-9810-4267-B3A5-D3F3DED33375}"/>
              </a:ext>
            </a:extLst>
          </p:cNvPr>
          <p:cNvSpPr>
            <a:spLocks xmlns:a="http://schemas.openxmlformats.org/drawingml/2006/main" noGrp="1"/>
          </p:cNvSpPr>
          <p:nvPr/>
        </p:nvSpPr>
        <p:spPr>
          <a:xfrm xmlns:a="http://schemas.openxmlformats.org/drawingml/2006/main">
            <a:off x="3600450" y="5048250"/>
            <a:ext cx="7715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575" b="1" i="0">
                <a:solidFill>
                  <a:srgbClr val="0B1F3A"/>
                </a:solidFill>
                <a:latin typeface="Aptos"/>
                <a:ea typeface="Aptos"/>
                <a:cs typeface="Aptos"/>
              </a:defRPr>
            </a:pPr>
            <a:r>
              <a:rPr sz="1575" b="1" i="0">
                <a:solidFill>
                  <a:srgbClr val="0B1F3A"/>
                </a:solidFill>
                <a:latin typeface="Aptos"/>
                <a:ea typeface="Aptos"/>
                <a:cs typeface="Aptos"/>
              </a:rPr>
              <a:t>Người học chung word + sense + ngôn ngữ có thể dùng cùng dữ liệu đã sinh; chỉ tiến độ và lựa chọn câu hỏi vẫn cá nhân.</a:t>
            </a:r>
          </a:p>
        </p:txBody>
      </p:sp>
    </p:spTree>
    <p:extLst>
      <p:ext uri="{BB962C8B-B14F-4D97-AF65-F5344CB8AC3E}">
        <p14:creationId xmlns:p14="http://schemas.microsoft.com/office/powerpoint/2010/main" val="138012489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A0CBE54C-F17D-4069-9E43-3ECB4F187D43}"/>
              </a:ext>
            </a:extLst>
          </p:cNvPr>
          <p:cNvSpPr>
            <a:spLocks xmlns:a="http://schemas.openxmlformats.org/drawingml/2006/main" noGrp="1"/>
          </p:cNvSpPr>
          <p:nvPr/>
        </p:nvSpPr>
        <p:spPr>
          <a:xfrm xmlns:a="http://schemas.openxmlformats.org/drawingml/2006/main">
            <a:off x="609600" y="285750"/>
            <a:ext cx="1695450" cy="323850"/>
          </a:xfrm>
          <a:prstGeom xmlns:a="http://schemas.openxmlformats.org/drawingml/2006/main" prst="roundRect">
            <a:avLst>
              <a:gd name="adj" fmla="val 50000"/>
            </a:avLst>
          </a:prstGeom>
          <a:solidFill xmlns:a="http://schemas.openxmlformats.org/drawingml/2006/main">
            <a:srgbClr val="EFF6FF"/>
          </a:solidFill>
          <a:ln xmlns:a="http://schemas.openxmlformats.org/drawingml/2006/main" w="9525">
            <a:solidFill>
              <a:srgbClr val="EFF6FF"/>
            </a:solidFill>
            <a:prstDash val="solid"/>
          </a:ln>
        </p:spPr>
      </p:sp>
      <p:sp>
        <p:nvSpPr>
          <p:cNvPr id="2" name="">
            <a:extLst xmlns:a="http://schemas.openxmlformats.org/drawingml/2006/main">
              <a:ext uri="{FF2B5EF4-FFF2-40B4-BE49-F238E27FC236}">
                <a16:creationId xmlns:a16="http://schemas.microsoft.com/office/drawing/2014/main" id="{F8DE84E0-FBEF-417B-9193-431EB573E739}"/>
              </a:ext>
            </a:extLst>
          </p:cNvPr>
          <p:cNvSpPr>
            <a:spLocks xmlns:a="http://schemas.openxmlformats.org/drawingml/2006/main" noGrp="1"/>
          </p:cNvSpPr>
          <p:nvPr/>
        </p:nvSpPr>
        <p:spPr>
          <a:xfrm xmlns:a="http://schemas.openxmlformats.org/drawingml/2006/main">
            <a:off x="609600" y="295275"/>
            <a:ext cx="1695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350" b="1" i="0">
                <a:solidFill>
                  <a:srgbClr val="2563EB"/>
                </a:solidFill>
                <a:latin typeface="Aptos"/>
                <a:ea typeface="Aptos"/>
                <a:cs typeface="Aptos"/>
              </a:defRPr>
            </a:pPr>
            <a:r>
              <a:rPr sz="1350" b="1" i="0">
                <a:solidFill>
                  <a:srgbClr val="2563EB"/>
                </a:solidFill>
                <a:latin typeface="Aptos"/>
                <a:ea typeface="Aptos"/>
                <a:cs typeface="Aptos"/>
              </a:rPr>
              <a:t>VOCAB REVIEW</a:t>
            </a:r>
          </a:p>
        </p:txBody>
      </p:sp>
      <p:sp>
        <p:nvSpPr>
          <p:cNvPr id="3" name="">
            <a:extLst xmlns:a="http://schemas.openxmlformats.org/drawingml/2006/main">
              <a:ext uri="{FF2B5EF4-FFF2-40B4-BE49-F238E27FC236}">
                <a16:creationId xmlns:a16="http://schemas.microsoft.com/office/drawing/2014/main" id="{52291664-C40D-4538-A4DF-86FE63DDB7E1}"/>
              </a:ext>
            </a:extLst>
          </p:cNvPr>
          <p:cNvSpPr>
            <a:spLocks xmlns:a="http://schemas.openxmlformats.org/drawingml/2006/main" noGrp="1"/>
          </p:cNvSpPr>
          <p:nvPr/>
        </p:nvSpPr>
        <p:spPr>
          <a:xfrm xmlns:a="http://schemas.openxmlformats.org/drawingml/2006/main">
            <a:off x="609600" y="742950"/>
            <a:ext cx="109728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3600" b="1" i="0">
                <a:solidFill>
                  <a:srgbClr val="0B1F3A"/>
                </a:solidFill>
                <a:latin typeface="Aptos"/>
                <a:ea typeface="Aptos"/>
                <a:cs typeface="Aptos"/>
              </a:defRPr>
            </a:pPr>
            <a:r>
              <a:rPr sz="3600" b="1" i="0">
                <a:solidFill>
                  <a:srgbClr val="0B1F3A"/>
                </a:solidFill>
                <a:latin typeface="Aptos"/>
                <a:ea typeface="Aptos"/>
                <a:cs typeface="Aptos"/>
              </a:rPr>
              <a:t>Dữ liệu chung, trạng thái retry cá nhân</a:t>
            </a:r>
          </a:p>
        </p:txBody>
      </p:sp>
      <p:sp>
        <p:nvSpPr>
          <p:cNvPr id="4" name="">
            <a:extLst xmlns:a="http://schemas.openxmlformats.org/drawingml/2006/main">
              <a:ext uri="{FF2B5EF4-FFF2-40B4-BE49-F238E27FC236}">
                <a16:creationId xmlns:a16="http://schemas.microsoft.com/office/drawing/2014/main" id="{D780ED35-7839-4544-A483-2CB4F6B60600}"/>
              </a:ext>
            </a:extLst>
          </p:cNvPr>
          <p:cNvSpPr>
            <a:spLocks xmlns:a="http://schemas.openxmlformats.org/drawingml/2006/main" noGrp="1"/>
          </p:cNvSpPr>
          <p:nvPr/>
        </p:nvSpPr>
        <p:spPr>
          <a:xfrm xmlns:a="http://schemas.openxmlformats.org/drawingml/2006/main">
            <a:off x="609600" y="1495425"/>
            <a:ext cx="10972800" cy="19050"/>
          </a:xfrm>
          <a:prstGeom xmlns:a="http://schemas.openxmlformats.org/drawingml/2006/main" prst="rect">
            <a:avLst/>
          </a:prstGeom>
          <a:solidFill xmlns:a="http://schemas.openxmlformats.org/drawingml/2006/main">
            <a:srgbClr val="E2E8F0"/>
          </a:solidFill>
          <a:ln xmlns:a="http://schemas.openxmlformats.org/drawingml/2006/main" w="0">
            <a:solidFill>
              <a:srgbClr val="E2E8F0"/>
            </a:solidFill>
            <a:prstDash val="solid"/>
          </a:ln>
        </p:spPr>
      </p:sp>
      <p:sp>
        <p:nvSpPr>
          <p:cNvPr id="5" name="">
            <a:extLst xmlns:a="http://schemas.openxmlformats.org/drawingml/2006/main">
              <a:ext uri="{FF2B5EF4-FFF2-40B4-BE49-F238E27FC236}">
                <a16:creationId xmlns:a16="http://schemas.microsoft.com/office/drawing/2014/main" id="{5CCF7847-B266-4DD0-B420-0F36C6EB711A}"/>
              </a:ext>
            </a:extLst>
          </p:cNvPr>
          <p:cNvSpPr>
            <a:spLocks xmlns:a="http://schemas.openxmlformats.org/drawingml/2006/main" noGrp="1"/>
          </p:cNvSpPr>
          <p:nvPr/>
        </p:nvSpPr>
        <p:spPr>
          <a:xfrm xmlns:a="http://schemas.openxmlformats.org/drawingml/2006/main">
            <a:off x="609600" y="1495425"/>
            <a:ext cx="1143000" cy="38100"/>
          </a:xfrm>
          <a:prstGeom xmlns:a="http://schemas.openxmlformats.org/drawingml/2006/main" prst="rect">
            <a:avLst/>
          </a:prstGeom>
          <a:solidFill xmlns:a="http://schemas.openxmlformats.org/drawingml/2006/main">
            <a:srgbClr val="2563EB"/>
          </a:solidFill>
          <a:ln xmlns:a="http://schemas.openxmlformats.org/drawingml/2006/main" w="0">
            <a:solidFill>
              <a:srgbClr val="2563EB"/>
            </a:solidFill>
            <a:prstDash val="solid"/>
          </a:ln>
        </p:spPr>
      </p:sp>
      <p:sp>
        <p:nvSpPr>
          <p:cNvPr id="6" name="">
            <a:extLst xmlns:a="http://schemas.openxmlformats.org/drawingml/2006/main">
              <a:ext uri="{FF2B5EF4-FFF2-40B4-BE49-F238E27FC236}">
                <a16:creationId xmlns:a16="http://schemas.microsoft.com/office/drawing/2014/main" id="{EF49FF15-CAAD-460A-B90A-C9E5ADC75E14}"/>
              </a:ext>
            </a:extLst>
          </p:cNvPr>
          <p:cNvSpPr>
            <a:spLocks xmlns:a="http://schemas.openxmlformats.org/drawingml/2006/main" noGrp="1"/>
          </p:cNvSpPr>
          <p:nvPr/>
        </p:nvSpPr>
        <p:spPr>
          <a:xfrm xmlns:a="http://schemas.openxmlformats.org/drawingml/2006/main">
            <a:off x="609600" y="6543675"/>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1" i="0">
                <a:solidFill>
                  <a:srgbClr val="94A3B8"/>
                </a:solidFill>
                <a:latin typeface="Aptos"/>
                <a:ea typeface="Aptos"/>
                <a:cs typeface="Aptos"/>
              </a:defRPr>
            </a:pPr>
            <a:r>
              <a:rPr sz="1125" b="1" i="0">
                <a:solidFill>
                  <a:srgbClr val="94A3B8"/>
                </a:solidFill>
                <a:latin typeface="Aptos"/>
                <a:ea typeface="Aptos"/>
                <a:cs typeface="Aptos"/>
              </a:rPr>
              <a:t>VOCAB APP  •  ĐỒ ÁN KHÓA LUẬN</a:t>
            </a:r>
          </a:p>
        </p:txBody>
      </p:sp>
      <p:sp>
        <p:nvSpPr>
          <p:cNvPr id="7" name="">
            <a:extLst xmlns:a="http://schemas.openxmlformats.org/drawingml/2006/main">
              <a:ext uri="{FF2B5EF4-FFF2-40B4-BE49-F238E27FC236}">
                <a16:creationId xmlns:a16="http://schemas.microsoft.com/office/drawing/2014/main" id="{95A99B1E-9E31-4F60-AA80-EDD714F97BDD}"/>
              </a:ext>
            </a:extLst>
          </p:cNvPr>
          <p:cNvSpPr>
            <a:spLocks xmlns:a="http://schemas.openxmlformats.org/drawingml/2006/main" noGrp="1"/>
          </p:cNvSpPr>
          <p:nvPr/>
        </p:nvSpPr>
        <p:spPr>
          <a:xfrm xmlns:a="http://schemas.openxmlformats.org/drawingml/2006/main">
            <a:off x="11144250" y="6486525"/>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1" i="0">
                <a:solidFill>
                  <a:srgbClr val="64748B"/>
                </a:solidFill>
                <a:latin typeface="Aptos"/>
                <a:ea typeface="Aptos"/>
                <a:cs typeface="Aptos"/>
              </a:defRPr>
            </a:pPr>
            <a:r>
              <a:rPr sz="1350" b="1" i="0">
                <a:solidFill>
                  <a:srgbClr val="64748B"/>
                </a:solidFill>
                <a:latin typeface="Aptos"/>
                <a:ea typeface="Aptos"/>
                <a:cs typeface="Aptos"/>
              </a:rPr>
              <a:t>10</a:t>
            </a:r>
          </a:p>
        </p:txBody>
      </p:sp>
      <p:sp>
        <p:nvSpPr>
          <p:cNvPr id="8" name="">
            <a:extLst xmlns:a="http://schemas.openxmlformats.org/drawingml/2006/main">
              <a:ext uri="{FF2B5EF4-FFF2-40B4-BE49-F238E27FC236}">
                <a16:creationId xmlns:a16="http://schemas.microsoft.com/office/drawing/2014/main" id="{3D4B6925-DACC-4326-970F-B5282DED023F}"/>
              </a:ext>
            </a:extLst>
          </p:cNvPr>
          <p:cNvSpPr>
            <a:spLocks xmlns:a="http://schemas.openxmlformats.org/drawingml/2006/main" noGrp="1"/>
          </p:cNvSpPr>
          <p:nvPr/>
        </p:nvSpPr>
        <p:spPr>
          <a:xfrm xmlns:a="http://schemas.openxmlformats.org/drawingml/2006/main">
            <a:off x="609600" y="1924050"/>
            <a:ext cx="4953000" cy="3429000"/>
          </a:xfrm>
          <a:prstGeom xmlns:a="http://schemas.openxmlformats.org/drawingml/2006/main" prst="roundRect">
            <a:avLst>
              <a:gd name="adj" fmla="val 6111"/>
            </a:avLst>
          </a:prstGeom>
          <a:solidFill xmlns:a="http://schemas.openxmlformats.org/drawingml/2006/main">
            <a:srgbClr val="EFF6FF"/>
          </a:solidFill>
          <a:ln xmlns:a="http://schemas.openxmlformats.org/drawingml/2006/main" w="15240">
            <a:solidFill>
              <a:srgbClr val="93C5FD"/>
            </a:solidFill>
            <a:prstDash val="solid"/>
          </a:ln>
        </p:spPr>
      </p:sp>
      <p:sp>
        <p:nvSpPr>
          <p:cNvPr id="9" name="">
            <a:extLst xmlns:a="http://schemas.openxmlformats.org/drawingml/2006/main">
              <a:ext uri="{FF2B5EF4-FFF2-40B4-BE49-F238E27FC236}">
                <a16:creationId xmlns:a16="http://schemas.microsoft.com/office/drawing/2014/main" id="{B7AE1872-A1BA-45C8-B742-BCB0063377E9}"/>
              </a:ext>
            </a:extLst>
          </p:cNvPr>
          <p:cNvSpPr>
            <a:spLocks xmlns:a="http://schemas.openxmlformats.org/drawingml/2006/main" noGrp="1"/>
          </p:cNvSpPr>
          <p:nvPr/>
        </p:nvSpPr>
        <p:spPr>
          <a:xfrm xmlns:a="http://schemas.openxmlformats.org/drawingml/2006/main">
            <a:off x="838200" y="2152650"/>
            <a:ext cx="1752600" cy="3238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9525">
            <a:solidFill>
              <a:srgbClr val="2563EB"/>
            </a:solidFill>
            <a:prstDash val="solid"/>
          </a:ln>
        </p:spPr>
      </p:sp>
      <p:sp>
        <p:nvSpPr>
          <p:cNvPr id="10" name="">
            <a:extLst xmlns:a="http://schemas.openxmlformats.org/drawingml/2006/main">
              <a:ext uri="{FF2B5EF4-FFF2-40B4-BE49-F238E27FC236}">
                <a16:creationId xmlns:a16="http://schemas.microsoft.com/office/drawing/2014/main" id="{6E7EE016-6C73-4FDD-954A-1B42EE7DFE9A}"/>
              </a:ext>
            </a:extLst>
          </p:cNvPr>
          <p:cNvSpPr>
            <a:spLocks xmlns:a="http://schemas.openxmlformats.org/drawingml/2006/main" noGrp="1"/>
          </p:cNvSpPr>
          <p:nvPr/>
        </p:nvSpPr>
        <p:spPr>
          <a:xfrm xmlns:a="http://schemas.openxmlformats.org/drawingml/2006/main">
            <a:off x="838200" y="2162175"/>
            <a:ext cx="1752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350" b="1" i="0">
                <a:solidFill>
                  <a:srgbClr val="FFFFFF"/>
                </a:solidFill>
                <a:latin typeface="Aptos"/>
                <a:ea typeface="Aptos"/>
                <a:cs typeface="Aptos"/>
              </a:defRPr>
            </a:pPr>
            <a:r>
              <a:rPr sz="1350" b="1" i="0">
                <a:solidFill>
                  <a:srgbClr val="FFFFFF"/>
                </a:solidFill>
                <a:latin typeface="Aptos"/>
                <a:ea typeface="Aptos"/>
                <a:cs typeface="Aptos"/>
              </a:rPr>
              <a:t>CHỌN DẠNG BÀI</a:t>
            </a:r>
          </a:p>
        </p:txBody>
      </p:sp>
      <p:sp>
        <p:nvSpPr>
          <p:cNvPr id="11" name="">
            <a:extLst xmlns:a="http://schemas.openxmlformats.org/drawingml/2006/main">
              <a:ext uri="{FF2B5EF4-FFF2-40B4-BE49-F238E27FC236}">
                <a16:creationId xmlns:a16="http://schemas.microsoft.com/office/drawing/2014/main" id="{EC8039D7-58E5-46A1-BBC0-31701760D609}"/>
              </a:ext>
            </a:extLst>
          </p:cNvPr>
          <p:cNvSpPr>
            <a:spLocks xmlns:a="http://schemas.openxmlformats.org/drawingml/2006/main" noGrp="1"/>
          </p:cNvSpPr>
          <p:nvPr/>
        </p:nvSpPr>
        <p:spPr>
          <a:xfrm xmlns:a="http://schemas.openxmlformats.org/drawingml/2006/main">
            <a:off x="838200" y="2724150"/>
            <a:ext cx="4495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1" i="0">
                <a:solidFill>
                  <a:srgbClr val="0B1F3A"/>
                </a:solidFill>
                <a:latin typeface="Aptos Mono"/>
                <a:ea typeface="Aptos Mono"/>
                <a:cs typeface="Aptos Mono"/>
              </a:defRPr>
            </a:pPr>
            <a:r>
              <a:rPr sz="1575" b="1" i="0">
                <a:solidFill>
                  <a:srgbClr val="0B1F3A"/>
                </a:solidFill>
                <a:latin typeface="Aptos Mono"/>
                <a:ea typeface="Aptos Mono"/>
                <a:cs typeface="Aptos Mono"/>
              </a:rPr>
              <a:t>review_progress:v2:&lt;userId&gt;:&lt;wordId&gt;</a:t>
            </a:r>
          </a:p>
        </p:txBody>
      </p:sp>
      <p:sp>
        <p:nvSpPr>
          <p:cNvPr id="12" name="">
            <a:extLst xmlns:a="http://schemas.openxmlformats.org/drawingml/2006/main">
              <a:ext uri="{FF2B5EF4-FFF2-40B4-BE49-F238E27FC236}">
                <a16:creationId xmlns:a16="http://schemas.microsoft.com/office/drawing/2014/main" id="{FEEE6DE1-CEEA-46F1-816B-E99A92BD7B58}"/>
              </a:ext>
            </a:extLst>
          </p:cNvPr>
          <p:cNvSpPr>
            <a:spLocks xmlns:a="http://schemas.openxmlformats.org/drawingml/2006/main" noGrp="1"/>
          </p:cNvSpPr>
          <p:nvPr/>
        </p:nvSpPr>
        <p:spPr>
          <a:xfrm xmlns:a="http://schemas.openxmlformats.org/drawingml/2006/main">
            <a:off x="838200" y="3286125"/>
            <a:ext cx="1238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i="0">
                <a:solidFill>
                  <a:srgbClr val="2563EB"/>
                </a:solidFill>
                <a:latin typeface="Aptos"/>
                <a:ea typeface="Aptos"/>
                <a:cs typeface="Aptos"/>
              </a:defRPr>
            </a:pPr>
            <a:r>
              <a:rPr sz="1800" b="1" i="0">
                <a:solidFill>
                  <a:srgbClr val="2563EB"/>
                </a:solidFill>
                <a:latin typeface="Aptos"/>
                <a:ea typeface="Aptos"/>
                <a:cs typeface="Aptos"/>
              </a:rPr>
              <a:t>Redis ZSET</a:t>
            </a:r>
          </a:p>
        </p:txBody>
      </p:sp>
      <p:sp>
        <p:nvSpPr>
          <p:cNvPr id="13" name="">
            <a:extLst xmlns:a="http://schemas.openxmlformats.org/drawingml/2006/main">
              <a:ext uri="{FF2B5EF4-FFF2-40B4-BE49-F238E27FC236}">
                <a16:creationId xmlns:a16="http://schemas.microsoft.com/office/drawing/2014/main" id="{1410DD09-F730-4C7E-A61A-A5F7C1104F90}"/>
              </a:ext>
            </a:extLst>
          </p:cNvPr>
          <p:cNvSpPr>
            <a:spLocks xmlns:a="http://schemas.openxmlformats.org/drawingml/2006/main" noGrp="1"/>
          </p:cNvSpPr>
          <p:nvPr/>
        </p:nvSpPr>
        <p:spPr>
          <a:xfrm xmlns:a="http://schemas.openxmlformats.org/drawingml/2006/main">
            <a:off x="857250" y="3790950"/>
            <a:ext cx="85725" cy="85725"/>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14" name="">
            <a:extLst xmlns:a="http://schemas.openxmlformats.org/drawingml/2006/main">
              <a:ext uri="{FF2B5EF4-FFF2-40B4-BE49-F238E27FC236}">
                <a16:creationId xmlns:a16="http://schemas.microsoft.com/office/drawing/2014/main" id="{E32D3608-B115-4B46-97C5-DBA025EB98BE}"/>
              </a:ext>
            </a:extLst>
          </p:cNvPr>
          <p:cNvSpPr>
            <a:spLocks xmlns:a="http://schemas.openxmlformats.org/drawingml/2006/main" noGrp="1"/>
          </p:cNvSpPr>
          <p:nvPr/>
        </p:nvSpPr>
        <p:spPr>
          <a:xfrm xmlns:a="http://schemas.openxmlformats.org/drawingml/2006/main">
            <a:off x="1057275" y="3714750"/>
            <a:ext cx="40100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575" b="0" i="0">
                <a:solidFill>
                  <a:srgbClr val="475569"/>
                </a:solidFill>
                <a:latin typeface="Aptos"/>
                <a:ea typeface="Aptos"/>
                <a:cs typeface="Aptos"/>
              </a:defRPr>
            </a:pPr>
            <a:r>
              <a:rPr sz="1575" b="0" i="0">
                <a:solidFill>
                  <a:srgbClr val="475569"/>
                </a:solidFill>
                <a:latin typeface="Aptos"/>
                <a:ea typeface="Aptos"/>
                <a:cs typeface="Aptos"/>
              </a:rPr>
              <a:t>member = ExerciseType</a:t>
            </a:r>
          </a:p>
        </p:txBody>
      </p:sp>
      <p:sp>
        <p:nvSpPr>
          <p:cNvPr id="15" name="">
            <a:extLst xmlns:a="http://schemas.openxmlformats.org/drawingml/2006/main">
              <a:ext uri="{FF2B5EF4-FFF2-40B4-BE49-F238E27FC236}">
                <a16:creationId xmlns:a16="http://schemas.microsoft.com/office/drawing/2014/main" id="{ABDDFCDF-7D79-4F55-8B7B-0074EEAECDDC}"/>
              </a:ext>
            </a:extLst>
          </p:cNvPr>
          <p:cNvSpPr>
            <a:spLocks xmlns:a="http://schemas.openxmlformats.org/drawingml/2006/main" noGrp="1"/>
          </p:cNvSpPr>
          <p:nvPr/>
        </p:nvSpPr>
        <p:spPr>
          <a:xfrm xmlns:a="http://schemas.openxmlformats.org/drawingml/2006/main">
            <a:off x="857250" y="4229100"/>
            <a:ext cx="85725" cy="85725"/>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16" name="">
            <a:extLst xmlns:a="http://schemas.openxmlformats.org/drawingml/2006/main">
              <a:ext uri="{FF2B5EF4-FFF2-40B4-BE49-F238E27FC236}">
                <a16:creationId xmlns:a16="http://schemas.microsoft.com/office/drawing/2014/main" id="{30726308-617A-4DD9-AE7E-6D97A9455E7A}"/>
              </a:ext>
            </a:extLst>
          </p:cNvPr>
          <p:cNvSpPr>
            <a:spLocks xmlns:a="http://schemas.openxmlformats.org/drawingml/2006/main" noGrp="1"/>
          </p:cNvSpPr>
          <p:nvPr/>
        </p:nvSpPr>
        <p:spPr>
          <a:xfrm xmlns:a="http://schemas.openxmlformats.org/drawingml/2006/main">
            <a:off x="1057275" y="4152900"/>
            <a:ext cx="40100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575" b="0" i="0">
                <a:solidFill>
                  <a:srgbClr val="475569"/>
                </a:solidFill>
                <a:latin typeface="Aptos"/>
                <a:ea typeface="Aptos"/>
                <a:cs typeface="Aptos"/>
              </a:defRPr>
            </a:pPr>
            <a:r>
              <a:rPr sz="1575" b="0" i="0">
                <a:solidFill>
                  <a:srgbClr val="475569"/>
                </a:solidFill>
                <a:latin typeface="Aptos"/>
                <a:ea typeface="Aptos"/>
                <a:cs typeface="Aptos"/>
              </a:rPr>
              <a:t>Lua reserve nguyên tử</a:t>
            </a:r>
          </a:p>
        </p:txBody>
      </p:sp>
      <p:sp>
        <p:nvSpPr>
          <p:cNvPr id="17" name="">
            <a:extLst xmlns:a="http://schemas.openxmlformats.org/drawingml/2006/main">
              <a:ext uri="{FF2B5EF4-FFF2-40B4-BE49-F238E27FC236}">
                <a16:creationId xmlns:a16="http://schemas.microsoft.com/office/drawing/2014/main" id="{1FEBDF48-C943-4E1E-8854-438A304EA2B9}"/>
              </a:ext>
            </a:extLst>
          </p:cNvPr>
          <p:cNvSpPr>
            <a:spLocks xmlns:a="http://schemas.openxmlformats.org/drawingml/2006/main" noGrp="1"/>
          </p:cNvSpPr>
          <p:nvPr/>
        </p:nvSpPr>
        <p:spPr>
          <a:xfrm xmlns:a="http://schemas.openxmlformats.org/drawingml/2006/main">
            <a:off x="857250" y="4667250"/>
            <a:ext cx="85725" cy="85725"/>
          </a:xfrm>
          <a:prstGeom xmlns:a="http://schemas.openxmlformats.org/drawingml/2006/main" prst="ellipse">
            <a:avLst/>
          </a:prstGeom>
          <a:solidFill xmlns:a="http://schemas.openxmlformats.org/drawingml/2006/main">
            <a:srgbClr val="2563EB"/>
          </a:solidFill>
          <a:ln xmlns:a="http://schemas.openxmlformats.org/drawingml/2006/main" w="0">
            <a:solidFill>
              <a:srgbClr val="2563EB"/>
            </a:solidFill>
            <a:prstDash val="solid"/>
          </a:ln>
        </p:spPr>
      </p:sp>
      <p:sp>
        <p:nvSpPr>
          <p:cNvPr id="18" name="">
            <a:extLst xmlns:a="http://schemas.openxmlformats.org/drawingml/2006/main">
              <a:ext uri="{FF2B5EF4-FFF2-40B4-BE49-F238E27FC236}">
                <a16:creationId xmlns:a16="http://schemas.microsoft.com/office/drawing/2014/main" id="{C8F79D2A-A1DF-429B-82BF-7F259E1E2838}"/>
              </a:ext>
            </a:extLst>
          </p:cNvPr>
          <p:cNvSpPr>
            <a:spLocks xmlns:a="http://schemas.openxmlformats.org/drawingml/2006/main" noGrp="1"/>
          </p:cNvSpPr>
          <p:nvPr/>
        </p:nvSpPr>
        <p:spPr>
          <a:xfrm xmlns:a="http://schemas.openxmlformats.org/drawingml/2006/main">
            <a:off x="1057275" y="4591050"/>
            <a:ext cx="40100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575" b="0" i="0">
                <a:solidFill>
                  <a:srgbClr val="475569"/>
                </a:solidFill>
                <a:latin typeface="Aptos"/>
                <a:ea typeface="Aptos"/>
                <a:cs typeface="Aptos"/>
              </a:defRPr>
            </a:pPr>
            <a:r>
              <a:rPr sz="1575" b="0" i="0">
                <a:solidFill>
                  <a:srgbClr val="475569"/>
                </a:solidFill>
                <a:latin typeface="Aptos"/>
                <a:ea typeface="Aptos"/>
                <a:cs typeface="Aptos"/>
              </a:rPr>
              <a:t>reservation 2h • key cleanup 3h</a:t>
            </a:r>
          </a:p>
        </p:txBody>
      </p:sp>
      <p:sp>
        <p:nvSpPr>
          <p:cNvPr id="19" name="">
            <a:extLst xmlns:a="http://schemas.openxmlformats.org/drawingml/2006/main">
              <a:ext uri="{FF2B5EF4-FFF2-40B4-BE49-F238E27FC236}">
                <a16:creationId xmlns:a16="http://schemas.microsoft.com/office/drawing/2014/main" id="{2393FA0B-1E0D-464C-85E5-820AC1946705}"/>
              </a:ext>
            </a:extLst>
          </p:cNvPr>
          <p:cNvSpPr>
            <a:spLocks xmlns:a="http://schemas.openxmlformats.org/drawingml/2006/main" noGrp="1"/>
          </p:cNvSpPr>
          <p:nvPr/>
        </p:nvSpPr>
        <p:spPr>
          <a:xfrm xmlns:a="http://schemas.openxmlformats.org/drawingml/2006/main">
            <a:off x="6019800" y="1924050"/>
            <a:ext cx="5562600" cy="3429000"/>
          </a:xfrm>
          <a:prstGeom xmlns:a="http://schemas.openxmlformats.org/drawingml/2006/main" prst="roundRect">
            <a:avLst>
              <a:gd name="adj" fmla="val 6111"/>
            </a:avLst>
          </a:prstGeom>
          <a:solidFill xmlns:a="http://schemas.openxmlformats.org/drawingml/2006/main">
            <a:srgbClr val="FFFBEB"/>
          </a:solidFill>
          <a:ln xmlns:a="http://schemas.openxmlformats.org/drawingml/2006/main" w="15240">
            <a:solidFill>
              <a:srgbClr val="FCD34D"/>
            </a:solidFill>
            <a:prstDash val="solid"/>
          </a:ln>
        </p:spPr>
      </p:sp>
      <p:sp>
        <p:nvSpPr>
          <p:cNvPr id="20" name="">
            <a:extLst xmlns:a="http://schemas.openxmlformats.org/drawingml/2006/main">
              <a:ext uri="{FF2B5EF4-FFF2-40B4-BE49-F238E27FC236}">
                <a16:creationId xmlns:a16="http://schemas.microsoft.com/office/drawing/2014/main" id="{67BC3F47-8549-4A5A-A8D0-A1F2CCA4537F}"/>
              </a:ext>
            </a:extLst>
          </p:cNvPr>
          <p:cNvSpPr>
            <a:spLocks xmlns:a="http://schemas.openxmlformats.org/drawingml/2006/main" noGrp="1"/>
          </p:cNvSpPr>
          <p:nvPr/>
        </p:nvSpPr>
        <p:spPr>
          <a:xfrm xmlns:a="http://schemas.openxmlformats.org/drawingml/2006/main">
            <a:off x="6248400" y="2152650"/>
            <a:ext cx="1866900" cy="323850"/>
          </a:xfrm>
          <a:prstGeom xmlns:a="http://schemas.openxmlformats.org/drawingml/2006/main" prst="roundRect">
            <a:avLst>
              <a:gd name="adj" fmla="val 50000"/>
            </a:avLst>
          </a:prstGeom>
          <a:solidFill xmlns:a="http://schemas.openxmlformats.org/drawingml/2006/main">
            <a:srgbClr val="D97706"/>
          </a:solidFill>
          <a:ln xmlns:a="http://schemas.openxmlformats.org/drawingml/2006/main" w="9525">
            <a:solidFill>
              <a:srgbClr val="D97706"/>
            </a:solidFill>
            <a:prstDash val="solid"/>
          </a:ln>
        </p:spPr>
      </p:sp>
      <p:sp>
        <p:nvSpPr>
          <p:cNvPr id="21" name="">
            <a:extLst xmlns:a="http://schemas.openxmlformats.org/drawingml/2006/main">
              <a:ext uri="{FF2B5EF4-FFF2-40B4-BE49-F238E27FC236}">
                <a16:creationId xmlns:a16="http://schemas.microsoft.com/office/drawing/2014/main" id="{6239EC81-32F2-4CB0-A4A4-77377DD9C84A}"/>
              </a:ext>
            </a:extLst>
          </p:cNvPr>
          <p:cNvSpPr>
            <a:spLocks xmlns:a="http://schemas.openxmlformats.org/drawingml/2006/main" noGrp="1"/>
          </p:cNvSpPr>
          <p:nvPr/>
        </p:nvSpPr>
        <p:spPr>
          <a:xfrm xmlns:a="http://schemas.openxmlformats.org/drawingml/2006/main">
            <a:off x="6248400" y="2162175"/>
            <a:ext cx="18669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350" b="1" i="0">
                <a:solidFill>
                  <a:srgbClr val="FFFFFF"/>
                </a:solidFill>
                <a:latin typeface="Aptos"/>
                <a:ea typeface="Aptos"/>
                <a:cs typeface="Aptos"/>
              </a:defRPr>
            </a:pPr>
            <a:r>
              <a:rPr sz="1350" b="1" i="0">
                <a:solidFill>
                  <a:srgbClr val="FFFFFF"/>
                </a:solidFill>
                <a:latin typeface="Aptos"/>
                <a:ea typeface="Aptos"/>
                <a:cs typeface="Aptos"/>
              </a:rPr>
              <a:t>CHỐNG PHẠT LẶP</a:t>
            </a:r>
          </a:p>
        </p:txBody>
      </p:sp>
      <p:sp>
        <p:nvSpPr>
          <p:cNvPr id="22" name="">
            <a:extLst xmlns:a="http://schemas.openxmlformats.org/drawingml/2006/main">
              <a:ext uri="{FF2B5EF4-FFF2-40B4-BE49-F238E27FC236}">
                <a16:creationId xmlns:a16="http://schemas.microsoft.com/office/drawing/2014/main" id="{38D6350C-BF0B-4D8C-BD1F-E7E602BCC102}"/>
              </a:ext>
            </a:extLst>
          </p:cNvPr>
          <p:cNvSpPr>
            <a:spLocks xmlns:a="http://schemas.openxmlformats.org/drawingml/2006/main" noGrp="1"/>
          </p:cNvSpPr>
          <p:nvPr/>
        </p:nvSpPr>
        <p:spPr>
          <a:xfrm xmlns:a="http://schemas.openxmlformats.org/drawingml/2006/main">
            <a:off x="6248400" y="2724150"/>
            <a:ext cx="5105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1" i="0">
                <a:solidFill>
                  <a:srgbClr val="0B1F3A"/>
                </a:solidFill>
                <a:latin typeface="Aptos Mono"/>
                <a:ea typeface="Aptos Mono"/>
                <a:cs typeface="Aptos Mono"/>
              </a:defRPr>
            </a:pPr>
            <a:r>
              <a:rPr sz="1575" b="1" i="0">
                <a:solidFill>
                  <a:srgbClr val="0B1F3A"/>
                </a:solidFill>
                <a:latin typeface="Aptos Mono"/>
                <a:ea typeface="Aptos Mono"/>
                <a:cs typeface="Aptos Mono"/>
              </a:rPr>
              <a:t>current_review_wrong:&lt;userVocabId&gt;</a:t>
            </a:r>
          </a:p>
        </p:txBody>
      </p:sp>
      <p:sp>
        <p:nvSpPr>
          <p:cNvPr id="23" name="">
            <a:extLst xmlns:a="http://schemas.openxmlformats.org/drawingml/2006/main">
              <a:ext uri="{FF2B5EF4-FFF2-40B4-BE49-F238E27FC236}">
                <a16:creationId xmlns:a16="http://schemas.microsoft.com/office/drawing/2014/main" id="{327AD3C9-F9B7-41B1-A1DA-F40ED4704586}"/>
              </a:ext>
            </a:extLst>
          </p:cNvPr>
          <p:cNvSpPr>
            <a:spLocks xmlns:a="http://schemas.openxmlformats.org/drawingml/2006/main" noGrp="1"/>
          </p:cNvSpPr>
          <p:nvPr/>
        </p:nvSpPr>
        <p:spPr>
          <a:xfrm xmlns:a="http://schemas.openxmlformats.org/drawingml/2006/main">
            <a:off x="6248400" y="3286125"/>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i="0">
                <a:solidFill>
                  <a:srgbClr val="D97706"/>
                </a:solidFill>
                <a:latin typeface="Aptos"/>
                <a:ea typeface="Aptos"/>
                <a:cs typeface="Aptos"/>
              </a:defRPr>
            </a:pPr>
            <a:r>
              <a:rPr sz="1800" b="1" i="0">
                <a:solidFill>
                  <a:srgbClr val="D97706"/>
                </a:solidFill>
                <a:latin typeface="Aptos"/>
                <a:ea typeface="Aptos"/>
                <a:cs typeface="Aptos"/>
              </a:rPr>
              <a:t>TTL 2 giờ</a:t>
            </a:r>
          </a:p>
        </p:txBody>
      </p:sp>
      <p:sp>
        <p:nvSpPr>
          <p:cNvPr id="24" name="">
            <a:extLst xmlns:a="http://schemas.openxmlformats.org/drawingml/2006/main">
              <a:ext uri="{FF2B5EF4-FFF2-40B4-BE49-F238E27FC236}">
                <a16:creationId xmlns:a16="http://schemas.microsoft.com/office/drawing/2014/main" id="{CC5BA929-6BD7-482C-B69B-D3E3075F256C}"/>
              </a:ext>
            </a:extLst>
          </p:cNvPr>
          <p:cNvSpPr>
            <a:spLocks xmlns:a="http://schemas.openxmlformats.org/drawingml/2006/main" noGrp="1"/>
          </p:cNvSpPr>
          <p:nvPr/>
        </p:nvSpPr>
        <p:spPr>
          <a:xfrm xmlns:a="http://schemas.openxmlformats.org/drawingml/2006/main">
            <a:off x="6267450" y="3790950"/>
            <a:ext cx="85725" cy="85725"/>
          </a:xfrm>
          <a:prstGeom xmlns:a="http://schemas.openxmlformats.org/drawingml/2006/main" prst="ellipse">
            <a:avLst/>
          </a:prstGeom>
          <a:solidFill xmlns:a="http://schemas.openxmlformats.org/drawingml/2006/main">
            <a:srgbClr val="D97706"/>
          </a:solidFill>
          <a:ln xmlns:a="http://schemas.openxmlformats.org/drawingml/2006/main" w="0">
            <a:solidFill>
              <a:srgbClr val="D97706"/>
            </a:solidFill>
            <a:prstDash val="solid"/>
          </a:ln>
        </p:spPr>
      </p:sp>
      <p:sp>
        <p:nvSpPr>
          <p:cNvPr id="25" name="">
            <a:extLst xmlns:a="http://schemas.openxmlformats.org/drawingml/2006/main">
              <a:ext uri="{FF2B5EF4-FFF2-40B4-BE49-F238E27FC236}">
                <a16:creationId xmlns:a16="http://schemas.microsoft.com/office/drawing/2014/main" id="{7D38244A-4ABF-4D87-829A-F9822120F061}"/>
              </a:ext>
            </a:extLst>
          </p:cNvPr>
          <p:cNvSpPr>
            <a:spLocks xmlns:a="http://schemas.openxmlformats.org/drawingml/2006/main" noGrp="1"/>
          </p:cNvSpPr>
          <p:nvPr/>
        </p:nvSpPr>
        <p:spPr>
          <a:xfrm xmlns:a="http://schemas.openxmlformats.org/drawingml/2006/main">
            <a:off x="6467475" y="3714750"/>
            <a:ext cx="46577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575" b="0" i="0">
                <a:solidFill>
                  <a:srgbClr val="475569"/>
                </a:solidFill>
                <a:latin typeface="Aptos"/>
                <a:ea typeface="Aptos"/>
                <a:cs typeface="Aptos"/>
              </a:defRPr>
            </a:pPr>
            <a:r>
              <a:rPr sz="1575" b="0" i="0">
                <a:solidFill>
                  <a:srgbClr val="475569"/>
                </a:solidFill>
                <a:latin typeface="Aptos"/>
                <a:ea typeface="Aptos"/>
                <a:cs typeface="Aptos"/>
              </a:rPr>
              <a:t>Sai lần đầu: cập nhật lịch ôn</a:t>
            </a:r>
          </a:p>
        </p:txBody>
      </p:sp>
      <p:sp>
        <p:nvSpPr>
          <p:cNvPr id="26" name="">
            <a:extLst xmlns:a="http://schemas.openxmlformats.org/drawingml/2006/main">
              <a:ext uri="{FF2B5EF4-FFF2-40B4-BE49-F238E27FC236}">
                <a16:creationId xmlns:a16="http://schemas.microsoft.com/office/drawing/2014/main" id="{8FC8D31B-3D5A-4F0D-939F-918BBB0D3F10}"/>
              </a:ext>
            </a:extLst>
          </p:cNvPr>
          <p:cNvSpPr>
            <a:spLocks xmlns:a="http://schemas.openxmlformats.org/drawingml/2006/main" noGrp="1"/>
          </p:cNvSpPr>
          <p:nvPr/>
        </p:nvSpPr>
        <p:spPr>
          <a:xfrm xmlns:a="http://schemas.openxmlformats.org/drawingml/2006/main">
            <a:off x="6267450" y="4229100"/>
            <a:ext cx="85725" cy="85725"/>
          </a:xfrm>
          <a:prstGeom xmlns:a="http://schemas.openxmlformats.org/drawingml/2006/main" prst="ellipse">
            <a:avLst/>
          </a:prstGeom>
          <a:solidFill xmlns:a="http://schemas.openxmlformats.org/drawingml/2006/main">
            <a:srgbClr val="D97706"/>
          </a:solidFill>
          <a:ln xmlns:a="http://schemas.openxmlformats.org/drawingml/2006/main" w="0">
            <a:solidFill>
              <a:srgbClr val="D97706"/>
            </a:solidFill>
            <a:prstDash val="solid"/>
          </a:ln>
        </p:spPr>
      </p:sp>
      <p:sp>
        <p:nvSpPr>
          <p:cNvPr id="27" name="">
            <a:extLst xmlns:a="http://schemas.openxmlformats.org/drawingml/2006/main">
              <a:ext uri="{FF2B5EF4-FFF2-40B4-BE49-F238E27FC236}">
                <a16:creationId xmlns:a16="http://schemas.microsoft.com/office/drawing/2014/main" id="{8DA26FD1-FE51-42E7-92AA-EE44F56552A5}"/>
              </a:ext>
            </a:extLst>
          </p:cNvPr>
          <p:cNvSpPr>
            <a:spLocks xmlns:a="http://schemas.openxmlformats.org/drawingml/2006/main" noGrp="1"/>
          </p:cNvSpPr>
          <p:nvPr/>
        </p:nvSpPr>
        <p:spPr>
          <a:xfrm xmlns:a="http://schemas.openxmlformats.org/drawingml/2006/main">
            <a:off x="6467475" y="4152900"/>
            <a:ext cx="46577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575" b="0" i="0">
                <a:solidFill>
                  <a:srgbClr val="475569"/>
                </a:solidFill>
                <a:latin typeface="Aptos"/>
                <a:ea typeface="Aptos"/>
                <a:cs typeface="Aptos"/>
              </a:defRPr>
            </a:pPr>
            <a:r>
              <a:rPr sz="1575" b="0" i="0">
                <a:solidFill>
                  <a:srgbClr val="475569"/>
                </a:solidFill>
                <a:latin typeface="Aptos"/>
                <a:ea typeface="Aptos"/>
                <a:cs typeface="Aptos"/>
              </a:rPr>
              <a:t>Retry cùng userVocabId: không phạt lịch lần nữa</a:t>
            </a:r>
          </a:p>
        </p:txBody>
      </p:sp>
      <p:sp>
        <p:nvSpPr>
          <p:cNvPr id="28" name="">
            <a:extLst xmlns:a="http://schemas.openxmlformats.org/drawingml/2006/main">
              <a:ext uri="{FF2B5EF4-FFF2-40B4-BE49-F238E27FC236}">
                <a16:creationId xmlns:a16="http://schemas.microsoft.com/office/drawing/2014/main" id="{2C82958A-7608-4D00-8143-EAC22A451A20}"/>
              </a:ext>
            </a:extLst>
          </p:cNvPr>
          <p:cNvSpPr>
            <a:spLocks xmlns:a="http://schemas.openxmlformats.org/drawingml/2006/main" noGrp="1"/>
          </p:cNvSpPr>
          <p:nvPr/>
        </p:nvSpPr>
        <p:spPr>
          <a:xfrm xmlns:a="http://schemas.openxmlformats.org/drawingml/2006/main">
            <a:off x="6267450" y="4857750"/>
            <a:ext cx="85725" cy="85725"/>
          </a:xfrm>
          <a:prstGeom xmlns:a="http://schemas.openxmlformats.org/drawingml/2006/main" prst="ellipse">
            <a:avLst/>
          </a:prstGeom>
          <a:solidFill xmlns:a="http://schemas.openxmlformats.org/drawingml/2006/main">
            <a:srgbClr val="D97706"/>
          </a:solidFill>
          <a:ln xmlns:a="http://schemas.openxmlformats.org/drawingml/2006/main" w="0">
            <a:solidFill>
              <a:srgbClr val="D97706"/>
            </a:solidFill>
            <a:prstDash val="solid"/>
          </a:ln>
        </p:spPr>
      </p:sp>
      <p:sp>
        <p:nvSpPr>
          <p:cNvPr id="29" name="">
            <a:extLst xmlns:a="http://schemas.openxmlformats.org/drawingml/2006/main">
              <a:ext uri="{FF2B5EF4-FFF2-40B4-BE49-F238E27FC236}">
                <a16:creationId xmlns:a16="http://schemas.microsoft.com/office/drawing/2014/main" id="{B032ED99-22AD-4B3D-B054-385BC141FAD8}"/>
              </a:ext>
            </a:extLst>
          </p:cNvPr>
          <p:cNvSpPr>
            <a:spLocks xmlns:a="http://schemas.openxmlformats.org/drawingml/2006/main" noGrp="1"/>
          </p:cNvSpPr>
          <p:nvPr/>
        </p:nvSpPr>
        <p:spPr>
          <a:xfrm xmlns:a="http://schemas.openxmlformats.org/drawingml/2006/main">
            <a:off x="6467475" y="4781550"/>
            <a:ext cx="46577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575" b="0" i="0">
                <a:solidFill>
                  <a:srgbClr val="475569"/>
                </a:solidFill>
                <a:latin typeface="Aptos"/>
                <a:ea typeface="Aptos"/>
                <a:cs typeface="Aptos"/>
              </a:defRPr>
            </a:pPr>
            <a:r>
              <a:rPr sz="1575" b="0" i="0">
                <a:solidFill>
                  <a:srgbClr val="475569"/>
                </a:solidFill>
                <a:latin typeface="Aptos"/>
                <a:ea typeface="Aptos"/>
                <a:cs typeface="Aptos"/>
              </a:rPr>
              <a:t>Dạng bài vẫn chọn theo user + word</a:t>
            </a:r>
          </a:p>
        </p:txBody>
      </p:sp>
      <p:sp>
        <p:nvSpPr>
          <p:cNvPr id="30" name="">
            <a:extLst xmlns:a="http://schemas.openxmlformats.org/drawingml/2006/main">
              <a:ext uri="{FF2B5EF4-FFF2-40B4-BE49-F238E27FC236}">
                <a16:creationId xmlns:a16="http://schemas.microsoft.com/office/drawing/2014/main" id="{15DF3A06-35EE-4E7E-BD45-F338D47BE880}"/>
              </a:ext>
            </a:extLst>
          </p:cNvPr>
          <p:cNvSpPr>
            <a:spLocks xmlns:a="http://schemas.openxmlformats.org/drawingml/2006/main" noGrp="1"/>
          </p:cNvSpPr>
          <p:nvPr/>
        </p:nvSpPr>
        <p:spPr>
          <a:xfrm xmlns:a="http://schemas.openxmlformats.org/drawingml/2006/main">
            <a:off x="1562100" y="5657850"/>
            <a:ext cx="9067800" cy="552450"/>
          </a:xfrm>
          <a:prstGeom xmlns:a="http://schemas.openxmlformats.org/drawingml/2006/main" prst="roundRect">
            <a:avLst>
              <a:gd name="adj" fmla="val 27586"/>
            </a:avLst>
          </a:prstGeom>
          <a:solidFill xmlns:a="http://schemas.openxmlformats.org/drawingml/2006/main">
            <a:srgbClr val="0B1F3A"/>
          </a:solidFill>
          <a:ln xmlns:a="http://schemas.openxmlformats.org/drawingml/2006/main" w="0">
            <a:solidFill>
              <a:srgbClr val="0B1F3A"/>
            </a:solidFill>
            <a:prstDash val="solid"/>
          </a:ln>
        </p:spPr>
      </p:sp>
      <p:sp>
        <p:nvSpPr>
          <p:cNvPr id="31" name="">
            <a:extLst xmlns:a="http://schemas.openxmlformats.org/drawingml/2006/main">
              <a:ext uri="{FF2B5EF4-FFF2-40B4-BE49-F238E27FC236}">
                <a16:creationId xmlns:a16="http://schemas.microsoft.com/office/drawing/2014/main" id="{BCD9A34F-2FD9-42EA-BDAE-99FDE7D85C88}"/>
              </a:ext>
            </a:extLst>
          </p:cNvPr>
          <p:cNvSpPr>
            <a:spLocks xmlns:a="http://schemas.openxmlformats.org/drawingml/2006/main" noGrp="1"/>
          </p:cNvSpPr>
          <p:nvPr/>
        </p:nvSpPr>
        <p:spPr>
          <a:xfrm xmlns:a="http://schemas.openxmlformats.org/drawingml/2006/main">
            <a:off x="1809750" y="5657850"/>
            <a:ext cx="8572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725" b="1" i="0">
                <a:solidFill>
                  <a:srgbClr val="FFFFFF"/>
                </a:solidFill>
                <a:latin typeface="Aptos"/>
                <a:ea typeface="Aptos"/>
                <a:cs typeface="Aptos"/>
              </a:defRPr>
            </a:pPr>
            <a:r>
              <a:rPr sz="1725" b="1" i="0">
                <a:solidFill>
                  <a:srgbClr val="FFFFFF"/>
                </a:solidFill>
                <a:latin typeface="Aptos"/>
                <a:ea typeface="Aptos"/>
                <a:cs typeface="Aptos"/>
              </a:rPr>
              <a:t>Retry đúng từ đã sai, nhưng ưu tiên một ExerciseType chưa dùng cho chính người học đó</a:t>
            </a:r>
          </a:p>
        </p:txBody>
      </p:sp>
    </p:spTree>
    <p:extLst>
      <p:ext uri="{BB962C8B-B14F-4D97-AF65-F5344CB8AC3E}">
        <p14:creationId xmlns:p14="http://schemas.microsoft.com/office/powerpoint/2010/main" val="477142619"/>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0" name="">
            <a:extLst xmlns:a="http://schemas.openxmlformats.org/drawingml/2006/main">
              <a:ext uri="{FF2B5EF4-FFF2-40B4-BE49-F238E27FC236}">
                <a16:creationId xmlns:a16="http://schemas.microsoft.com/office/drawing/2014/main" id="{D81AA1B4-D65B-41CB-B546-43C4573F8E3C}"/>
              </a:ext>
            </a:extLst>
          </p:cNvPr>
          <p:cNvSpPr>
            <a:spLocks xmlns:a="http://schemas.openxmlformats.org/drawingml/2006/main" noGrp="1"/>
          </p:cNvSpPr>
          <p:nvPr/>
        </p:nvSpPr>
        <p:spPr>
          <a:xfrm xmlns:a="http://schemas.openxmlformats.org/drawingml/2006/main">
            <a:off x="609600" y="285750"/>
            <a:ext cx="1695450" cy="323850"/>
          </a:xfrm>
          <a:prstGeom xmlns:a="http://schemas.openxmlformats.org/drawingml/2006/main" prst="roundRect">
            <a:avLst>
              <a:gd name="adj" fmla="val 50000"/>
            </a:avLst>
          </a:prstGeom>
          <a:solidFill xmlns:a="http://schemas.openxmlformats.org/drawingml/2006/main">
            <a:srgbClr val="EFF6FF"/>
          </a:solidFill>
          <a:ln xmlns:a="http://schemas.openxmlformats.org/drawingml/2006/main" w="9525">
            <a:solidFill>
              <a:srgbClr val="EFF6FF"/>
            </a:solidFill>
            <a:prstDash val="solid"/>
          </a:ln>
        </p:spPr>
      </p:sp>
      <p:sp>
        <p:nvSpPr>
          <p:cNvPr id="2" name="">
            <a:extLst xmlns:a="http://schemas.openxmlformats.org/drawingml/2006/main">
              <a:ext uri="{FF2B5EF4-FFF2-40B4-BE49-F238E27FC236}">
                <a16:creationId xmlns:a16="http://schemas.microsoft.com/office/drawing/2014/main" id="{844C4781-CF09-4741-9D95-360D014F6A5A}"/>
              </a:ext>
            </a:extLst>
          </p:cNvPr>
          <p:cNvSpPr>
            <a:spLocks xmlns:a="http://schemas.openxmlformats.org/drawingml/2006/main" noGrp="1"/>
          </p:cNvSpPr>
          <p:nvPr/>
        </p:nvSpPr>
        <p:spPr>
          <a:xfrm xmlns:a="http://schemas.openxmlformats.org/drawingml/2006/main">
            <a:off x="609600" y="295275"/>
            <a:ext cx="1695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350" b="1" i="0">
                <a:solidFill>
                  <a:srgbClr val="2563EB"/>
                </a:solidFill>
                <a:latin typeface="Aptos"/>
                <a:ea typeface="Aptos"/>
                <a:cs typeface="Aptos"/>
              </a:defRPr>
            </a:pPr>
            <a:r>
              <a:rPr sz="1350" b="1" i="0">
                <a:solidFill>
                  <a:srgbClr val="2563EB"/>
                </a:solidFill>
                <a:latin typeface="Aptos"/>
                <a:ea typeface="Aptos"/>
                <a:cs typeface="Aptos"/>
              </a:rPr>
              <a:t>VOCAB REVIEW</a:t>
            </a:r>
          </a:p>
        </p:txBody>
      </p:sp>
      <p:sp>
        <p:nvSpPr>
          <p:cNvPr id="3" name="">
            <a:extLst xmlns:a="http://schemas.openxmlformats.org/drawingml/2006/main">
              <a:ext uri="{FF2B5EF4-FFF2-40B4-BE49-F238E27FC236}">
                <a16:creationId xmlns:a16="http://schemas.microsoft.com/office/drawing/2014/main" id="{7C9A2EEF-B8DF-48FB-95C5-9B5D56E132E9}"/>
              </a:ext>
            </a:extLst>
          </p:cNvPr>
          <p:cNvSpPr>
            <a:spLocks xmlns:a="http://schemas.openxmlformats.org/drawingml/2006/main" noGrp="1"/>
          </p:cNvSpPr>
          <p:nvPr/>
        </p:nvSpPr>
        <p:spPr>
          <a:xfrm xmlns:a="http://schemas.openxmlformats.org/drawingml/2006/main">
            <a:off x="609600" y="742950"/>
            <a:ext cx="109728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3600" b="1" i="0">
                <a:solidFill>
                  <a:srgbClr val="0B1F3A"/>
                </a:solidFill>
                <a:latin typeface="Aptos"/>
                <a:ea typeface="Aptos"/>
                <a:cs typeface="Aptos"/>
              </a:defRPr>
            </a:pPr>
            <a:r>
              <a:rPr sz="3600" b="1" i="0">
                <a:solidFill>
                  <a:srgbClr val="0B1F3A"/>
                </a:solidFill>
                <a:latin typeface="Aptos"/>
                <a:ea typeface="Aptos"/>
                <a:cs typeface="Aptos"/>
              </a:rPr>
              <a:t>Mỗi attempt trực tiếp thay đổi thời điểm ôn tiếp theo</a:t>
            </a:r>
          </a:p>
        </p:txBody>
      </p:sp>
      <p:sp>
        <p:nvSpPr>
          <p:cNvPr id="4" name="">
            <a:extLst xmlns:a="http://schemas.openxmlformats.org/drawingml/2006/main">
              <a:ext uri="{FF2B5EF4-FFF2-40B4-BE49-F238E27FC236}">
                <a16:creationId xmlns:a16="http://schemas.microsoft.com/office/drawing/2014/main" id="{71141C05-837F-4242-9226-4FD35C9461B5}"/>
              </a:ext>
            </a:extLst>
          </p:cNvPr>
          <p:cNvSpPr>
            <a:spLocks xmlns:a="http://schemas.openxmlformats.org/drawingml/2006/main" noGrp="1"/>
          </p:cNvSpPr>
          <p:nvPr/>
        </p:nvSpPr>
        <p:spPr>
          <a:xfrm xmlns:a="http://schemas.openxmlformats.org/drawingml/2006/main">
            <a:off x="609600" y="1495425"/>
            <a:ext cx="10972800" cy="19050"/>
          </a:xfrm>
          <a:prstGeom xmlns:a="http://schemas.openxmlformats.org/drawingml/2006/main" prst="rect">
            <a:avLst/>
          </a:prstGeom>
          <a:solidFill xmlns:a="http://schemas.openxmlformats.org/drawingml/2006/main">
            <a:srgbClr val="E2E8F0"/>
          </a:solidFill>
          <a:ln xmlns:a="http://schemas.openxmlformats.org/drawingml/2006/main" w="0">
            <a:solidFill>
              <a:srgbClr val="E2E8F0"/>
            </a:solidFill>
            <a:prstDash val="solid"/>
          </a:ln>
        </p:spPr>
      </p:sp>
      <p:sp>
        <p:nvSpPr>
          <p:cNvPr id="5" name="">
            <a:extLst xmlns:a="http://schemas.openxmlformats.org/drawingml/2006/main">
              <a:ext uri="{FF2B5EF4-FFF2-40B4-BE49-F238E27FC236}">
                <a16:creationId xmlns:a16="http://schemas.microsoft.com/office/drawing/2014/main" id="{19DC4B90-02A5-4E2D-8F79-92B0B99BFF97}"/>
              </a:ext>
            </a:extLst>
          </p:cNvPr>
          <p:cNvSpPr>
            <a:spLocks xmlns:a="http://schemas.openxmlformats.org/drawingml/2006/main" noGrp="1"/>
          </p:cNvSpPr>
          <p:nvPr/>
        </p:nvSpPr>
        <p:spPr>
          <a:xfrm xmlns:a="http://schemas.openxmlformats.org/drawingml/2006/main">
            <a:off x="609600" y="1495425"/>
            <a:ext cx="1143000" cy="38100"/>
          </a:xfrm>
          <a:prstGeom xmlns:a="http://schemas.openxmlformats.org/drawingml/2006/main" prst="rect">
            <a:avLst/>
          </a:prstGeom>
          <a:solidFill xmlns:a="http://schemas.openxmlformats.org/drawingml/2006/main">
            <a:srgbClr val="2563EB"/>
          </a:solidFill>
          <a:ln xmlns:a="http://schemas.openxmlformats.org/drawingml/2006/main" w="0">
            <a:solidFill>
              <a:srgbClr val="2563EB"/>
            </a:solidFill>
            <a:prstDash val="solid"/>
          </a:ln>
        </p:spPr>
      </p:sp>
      <p:sp>
        <p:nvSpPr>
          <p:cNvPr id="6" name="">
            <a:extLst xmlns:a="http://schemas.openxmlformats.org/drawingml/2006/main">
              <a:ext uri="{FF2B5EF4-FFF2-40B4-BE49-F238E27FC236}">
                <a16:creationId xmlns:a16="http://schemas.microsoft.com/office/drawing/2014/main" id="{449DB731-93E6-438E-B662-23B68AEE3590}"/>
              </a:ext>
            </a:extLst>
          </p:cNvPr>
          <p:cNvSpPr>
            <a:spLocks xmlns:a="http://schemas.openxmlformats.org/drawingml/2006/main" noGrp="1"/>
          </p:cNvSpPr>
          <p:nvPr/>
        </p:nvSpPr>
        <p:spPr>
          <a:xfrm xmlns:a="http://schemas.openxmlformats.org/drawingml/2006/main">
            <a:off x="609600" y="6543675"/>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1" i="0">
                <a:solidFill>
                  <a:srgbClr val="94A3B8"/>
                </a:solidFill>
                <a:latin typeface="Aptos"/>
                <a:ea typeface="Aptos"/>
                <a:cs typeface="Aptos"/>
              </a:defRPr>
            </a:pPr>
            <a:r>
              <a:rPr sz="1125" b="1" i="0">
                <a:solidFill>
                  <a:srgbClr val="94A3B8"/>
                </a:solidFill>
                <a:latin typeface="Aptos"/>
                <a:ea typeface="Aptos"/>
                <a:cs typeface="Aptos"/>
              </a:rPr>
              <a:t>VOCAB APP  •  ĐỒ ÁN KHÓA LUẬN</a:t>
            </a:r>
          </a:p>
        </p:txBody>
      </p:sp>
      <p:sp>
        <p:nvSpPr>
          <p:cNvPr id="7" name="">
            <a:extLst xmlns:a="http://schemas.openxmlformats.org/drawingml/2006/main">
              <a:ext uri="{FF2B5EF4-FFF2-40B4-BE49-F238E27FC236}">
                <a16:creationId xmlns:a16="http://schemas.microsoft.com/office/drawing/2014/main" id="{0B16C287-1085-4A39-A491-8CBFBBC40F5D}"/>
              </a:ext>
            </a:extLst>
          </p:cNvPr>
          <p:cNvSpPr>
            <a:spLocks xmlns:a="http://schemas.openxmlformats.org/drawingml/2006/main" noGrp="1"/>
          </p:cNvSpPr>
          <p:nvPr/>
        </p:nvSpPr>
        <p:spPr>
          <a:xfrm xmlns:a="http://schemas.openxmlformats.org/drawingml/2006/main">
            <a:off x="11144250" y="6486525"/>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1" i="0">
                <a:solidFill>
                  <a:srgbClr val="64748B"/>
                </a:solidFill>
                <a:latin typeface="Aptos"/>
                <a:ea typeface="Aptos"/>
                <a:cs typeface="Aptos"/>
              </a:defRPr>
            </a:pPr>
            <a:r>
              <a:rPr sz="1350" b="1" i="0">
                <a:solidFill>
                  <a:srgbClr val="64748B"/>
                </a:solidFill>
                <a:latin typeface="Aptos"/>
                <a:ea typeface="Aptos"/>
                <a:cs typeface="Aptos"/>
              </a:rPr>
              <a:t>11</a:t>
            </a:r>
          </a:p>
        </p:txBody>
      </p:sp>
      <p:sp>
        <p:nvSpPr>
          <p:cNvPr id="8" name="">
            <a:extLst xmlns:a="http://schemas.openxmlformats.org/drawingml/2006/main">
              <a:ext uri="{FF2B5EF4-FFF2-40B4-BE49-F238E27FC236}">
                <a16:creationId xmlns:a16="http://schemas.microsoft.com/office/drawing/2014/main" id="{9024A230-E37A-4A7E-87D4-F588742A234E}"/>
              </a:ext>
            </a:extLst>
          </p:cNvPr>
          <p:cNvSpPr>
            <a:spLocks xmlns:a="http://schemas.openxmlformats.org/drawingml/2006/main" noGrp="1"/>
          </p:cNvSpPr>
          <p:nvPr/>
        </p:nvSpPr>
        <p:spPr>
          <a:xfrm xmlns:a="http://schemas.openxmlformats.org/drawingml/2006/main">
            <a:off x="609600" y="1866900"/>
            <a:ext cx="876300" cy="514350"/>
          </a:xfrm>
          <a:prstGeom xmlns:a="http://schemas.openxmlformats.org/drawingml/2006/main" prst="rect">
            <a:avLst/>
          </a:prstGeom>
          <a:solidFill xmlns:a="http://schemas.openxmlformats.org/drawingml/2006/main">
            <a:srgbClr val="0B1F3A"/>
          </a:solidFill>
          <a:ln xmlns:a="http://schemas.openxmlformats.org/drawingml/2006/main" w="9525">
            <a:solidFill>
              <a:srgbClr val="FFFFFF"/>
            </a:solidFill>
            <a:prstDash val="solid"/>
          </a:ln>
        </p:spPr>
      </p:sp>
      <p:sp>
        <p:nvSpPr>
          <p:cNvPr id="9" name="">
            <a:extLst xmlns:a="http://schemas.openxmlformats.org/drawingml/2006/main">
              <a:ext uri="{FF2B5EF4-FFF2-40B4-BE49-F238E27FC236}">
                <a16:creationId xmlns:a16="http://schemas.microsoft.com/office/drawing/2014/main" id="{D52BE7CB-9A08-4B2A-8524-228121A635C0}"/>
              </a:ext>
            </a:extLst>
          </p:cNvPr>
          <p:cNvSpPr>
            <a:spLocks xmlns:a="http://schemas.openxmlformats.org/drawingml/2006/main" noGrp="1"/>
          </p:cNvSpPr>
          <p:nvPr/>
        </p:nvSpPr>
        <p:spPr>
          <a:xfrm xmlns:a="http://schemas.openxmlformats.org/drawingml/2006/main">
            <a:off x="685800" y="1866900"/>
            <a:ext cx="7239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350" b="1" i="0">
                <a:solidFill>
                  <a:srgbClr val="FFFFFF"/>
                </a:solidFill>
                <a:latin typeface="Aptos"/>
                <a:ea typeface="Aptos"/>
                <a:cs typeface="Aptos"/>
              </a:defRPr>
            </a:pPr>
            <a:r>
              <a:rPr sz="1350" b="1" i="0">
                <a:solidFill>
                  <a:srgbClr val="FFFFFF"/>
                </a:solidFill>
                <a:latin typeface="Aptos"/>
                <a:ea typeface="Aptos"/>
                <a:cs typeface="Aptos"/>
              </a:rPr>
              <a:t>Level</a:t>
            </a:r>
          </a:p>
        </p:txBody>
      </p:sp>
      <p:sp>
        <p:nvSpPr>
          <p:cNvPr id="10" name="">
            <a:extLst xmlns:a="http://schemas.openxmlformats.org/drawingml/2006/main">
              <a:ext uri="{FF2B5EF4-FFF2-40B4-BE49-F238E27FC236}">
                <a16:creationId xmlns:a16="http://schemas.microsoft.com/office/drawing/2014/main" id="{8674BA40-F3F4-458F-B6A2-E829E41B7836}"/>
              </a:ext>
            </a:extLst>
          </p:cNvPr>
          <p:cNvSpPr>
            <a:spLocks xmlns:a="http://schemas.openxmlformats.org/drawingml/2006/main" noGrp="1"/>
          </p:cNvSpPr>
          <p:nvPr/>
        </p:nvSpPr>
        <p:spPr>
          <a:xfrm xmlns:a="http://schemas.openxmlformats.org/drawingml/2006/main">
            <a:off x="1485900" y="1866900"/>
            <a:ext cx="1428750" cy="514350"/>
          </a:xfrm>
          <a:prstGeom xmlns:a="http://schemas.openxmlformats.org/drawingml/2006/main" prst="rect">
            <a:avLst/>
          </a:prstGeom>
          <a:solidFill xmlns:a="http://schemas.openxmlformats.org/drawingml/2006/main">
            <a:srgbClr val="0B1F3A"/>
          </a:solidFill>
          <a:ln xmlns:a="http://schemas.openxmlformats.org/drawingml/2006/main" w="9525">
            <a:solidFill>
              <a:srgbClr val="FFFFFF"/>
            </a:solidFill>
            <a:prstDash val="solid"/>
          </a:ln>
        </p:spPr>
      </p:sp>
      <p:sp>
        <p:nvSpPr>
          <p:cNvPr id="11" name="">
            <a:extLst xmlns:a="http://schemas.openxmlformats.org/drawingml/2006/main">
              <a:ext uri="{FF2B5EF4-FFF2-40B4-BE49-F238E27FC236}">
                <a16:creationId xmlns:a16="http://schemas.microsoft.com/office/drawing/2014/main" id="{DDF5DE12-30A2-410C-B1FF-69D1EB91CAA9}"/>
              </a:ext>
            </a:extLst>
          </p:cNvPr>
          <p:cNvSpPr>
            <a:spLocks xmlns:a="http://schemas.openxmlformats.org/drawingml/2006/main" noGrp="1"/>
          </p:cNvSpPr>
          <p:nvPr/>
        </p:nvSpPr>
        <p:spPr>
          <a:xfrm xmlns:a="http://schemas.openxmlformats.org/drawingml/2006/main">
            <a:off x="1562100" y="1866900"/>
            <a:ext cx="12763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350" b="1" i="0">
                <a:solidFill>
                  <a:srgbClr val="FFFFFF"/>
                </a:solidFill>
                <a:latin typeface="Aptos"/>
                <a:ea typeface="Aptos"/>
                <a:cs typeface="Aptos"/>
              </a:defRPr>
            </a:pPr>
            <a:r>
              <a:rPr sz="1350" b="1" i="0">
                <a:solidFill>
                  <a:srgbClr val="FFFFFF"/>
                </a:solidFill>
                <a:latin typeface="Aptos"/>
                <a:ea typeface="Aptos"/>
                <a:cs typeface="Aptos"/>
              </a:rPr>
              <a:t>Đủ đúng</a:t>
            </a:r>
          </a:p>
        </p:txBody>
      </p:sp>
      <p:sp>
        <p:nvSpPr>
          <p:cNvPr id="12" name="">
            <a:extLst xmlns:a="http://schemas.openxmlformats.org/drawingml/2006/main">
              <a:ext uri="{FF2B5EF4-FFF2-40B4-BE49-F238E27FC236}">
                <a16:creationId xmlns:a16="http://schemas.microsoft.com/office/drawing/2014/main" id="{AD7A8BB4-0C62-4DBF-A923-69845DA0AF4A}"/>
              </a:ext>
            </a:extLst>
          </p:cNvPr>
          <p:cNvSpPr>
            <a:spLocks xmlns:a="http://schemas.openxmlformats.org/drawingml/2006/main" noGrp="1"/>
          </p:cNvSpPr>
          <p:nvPr/>
        </p:nvSpPr>
        <p:spPr>
          <a:xfrm xmlns:a="http://schemas.openxmlformats.org/drawingml/2006/main">
            <a:off x="2914650" y="1866900"/>
            <a:ext cx="2343150" cy="514350"/>
          </a:xfrm>
          <a:prstGeom xmlns:a="http://schemas.openxmlformats.org/drawingml/2006/main" prst="rect">
            <a:avLst/>
          </a:prstGeom>
          <a:solidFill xmlns:a="http://schemas.openxmlformats.org/drawingml/2006/main">
            <a:srgbClr val="0B1F3A"/>
          </a:solidFill>
          <a:ln xmlns:a="http://schemas.openxmlformats.org/drawingml/2006/main" w="9525">
            <a:solidFill>
              <a:srgbClr val="FFFFFF"/>
            </a:solidFill>
            <a:prstDash val="solid"/>
          </a:ln>
        </p:spPr>
      </p:sp>
      <p:sp>
        <p:nvSpPr>
          <p:cNvPr id="13" name="">
            <a:extLst xmlns:a="http://schemas.openxmlformats.org/drawingml/2006/main">
              <a:ext uri="{FF2B5EF4-FFF2-40B4-BE49-F238E27FC236}">
                <a16:creationId xmlns:a16="http://schemas.microsoft.com/office/drawing/2014/main" id="{F6D8C47A-BF37-46E2-BFF1-7378FCEB077D}"/>
              </a:ext>
            </a:extLst>
          </p:cNvPr>
          <p:cNvSpPr>
            <a:spLocks xmlns:a="http://schemas.openxmlformats.org/drawingml/2006/main" noGrp="1"/>
          </p:cNvSpPr>
          <p:nvPr/>
        </p:nvSpPr>
        <p:spPr>
          <a:xfrm xmlns:a="http://schemas.openxmlformats.org/drawingml/2006/main">
            <a:off x="2990850" y="1866900"/>
            <a:ext cx="2190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350" b="1" i="0">
                <a:solidFill>
                  <a:srgbClr val="FFFFFF"/>
                </a:solidFill>
                <a:latin typeface="Aptos"/>
                <a:ea typeface="Aptos"/>
                <a:cs typeface="Aptos"/>
              </a:defRPr>
            </a:pPr>
            <a:r>
              <a:rPr sz="1350" b="1" i="0">
                <a:solidFill>
                  <a:srgbClr val="FFFFFF"/>
                </a:solidFill>
                <a:latin typeface="Aptos"/>
                <a:ea typeface="Aptos"/>
                <a:cs typeface="Aptos"/>
              </a:rPr>
              <a:t>Đúng nhưng chưa lên</a:t>
            </a:r>
          </a:p>
        </p:txBody>
      </p:sp>
      <p:sp>
        <p:nvSpPr>
          <p:cNvPr id="14" name="">
            <a:extLst xmlns:a="http://schemas.openxmlformats.org/drawingml/2006/main">
              <a:ext uri="{FF2B5EF4-FFF2-40B4-BE49-F238E27FC236}">
                <a16:creationId xmlns:a16="http://schemas.microsoft.com/office/drawing/2014/main" id="{218BB5AE-D6AF-400B-97D6-790C23FA33C6}"/>
              </a:ext>
            </a:extLst>
          </p:cNvPr>
          <p:cNvSpPr>
            <a:spLocks xmlns:a="http://schemas.openxmlformats.org/drawingml/2006/main" noGrp="1"/>
          </p:cNvSpPr>
          <p:nvPr/>
        </p:nvSpPr>
        <p:spPr>
          <a:xfrm xmlns:a="http://schemas.openxmlformats.org/drawingml/2006/main">
            <a:off x="5257800" y="1866900"/>
            <a:ext cx="2343150" cy="514350"/>
          </a:xfrm>
          <a:prstGeom xmlns:a="http://schemas.openxmlformats.org/drawingml/2006/main" prst="rect">
            <a:avLst/>
          </a:prstGeom>
          <a:solidFill xmlns:a="http://schemas.openxmlformats.org/drawingml/2006/main">
            <a:srgbClr val="0B1F3A"/>
          </a:solidFill>
          <a:ln xmlns:a="http://schemas.openxmlformats.org/drawingml/2006/main" w="9525">
            <a:solidFill>
              <a:srgbClr val="FFFFFF"/>
            </a:solidFill>
            <a:prstDash val="solid"/>
          </a:ln>
        </p:spPr>
      </p:sp>
      <p:sp>
        <p:nvSpPr>
          <p:cNvPr id="15" name="">
            <a:extLst xmlns:a="http://schemas.openxmlformats.org/drawingml/2006/main">
              <a:ext uri="{FF2B5EF4-FFF2-40B4-BE49-F238E27FC236}">
                <a16:creationId xmlns:a16="http://schemas.microsoft.com/office/drawing/2014/main" id="{5C50ABC4-FE2D-4108-AE3A-771D193E01D8}"/>
              </a:ext>
            </a:extLst>
          </p:cNvPr>
          <p:cNvSpPr>
            <a:spLocks xmlns:a="http://schemas.openxmlformats.org/drawingml/2006/main" noGrp="1"/>
          </p:cNvSpPr>
          <p:nvPr/>
        </p:nvSpPr>
        <p:spPr>
          <a:xfrm xmlns:a="http://schemas.openxmlformats.org/drawingml/2006/main">
            <a:off x="5334000" y="1866900"/>
            <a:ext cx="2190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350" b="1" i="0">
                <a:solidFill>
                  <a:srgbClr val="FFFFFF"/>
                </a:solidFill>
                <a:latin typeface="Aptos"/>
                <a:ea typeface="Aptos"/>
                <a:cs typeface="Aptos"/>
              </a:defRPr>
            </a:pPr>
            <a:r>
              <a:rPr sz="1350" b="1" i="0">
                <a:solidFill>
                  <a:srgbClr val="FFFFFF"/>
                </a:solidFill>
                <a:latin typeface="Aptos"/>
                <a:ea typeface="Aptos"/>
                <a:cs typeface="Aptos"/>
              </a:rPr>
              <a:t>Đúng và lên level</a:t>
            </a:r>
          </a:p>
        </p:txBody>
      </p:sp>
      <p:sp>
        <p:nvSpPr>
          <p:cNvPr id="16" name="">
            <a:extLst xmlns:a="http://schemas.openxmlformats.org/drawingml/2006/main">
              <a:ext uri="{FF2B5EF4-FFF2-40B4-BE49-F238E27FC236}">
                <a16:creationId xmlns:a16="http://schemas.microsoft.com/office/drawing/2014/main" id="{EA372903-224E-447D-9244-B29295E3B9D4}"/>
              </a:ext>
            </a:extLst>
          </p:cNvPr>
          <p:cNvSpPr>
            <a:spLocks xmlns:a="http://schemas.openxmlformats.org/drawingml/2006/main" noGrp="1"/>
          </p:cNvSpPr>
          <p:nvPr/>
        </p:nvSpPr>
        <p:spPr>
          <a:xfrm xmlns:a="http://schemas.openxmlformats.org/drawingml/2006/main">
            <a:off x="7600950" y="1866900"/>
            <a:ext cx="3219450" cy="514350"/>
          </a:xfrm>
          <a:prstGeom xmlns:a="http://schemas.openxmlformats.org/drawingml/2006/main" prst="rect">
            <a:avLst/>
          </a:prstGeom>
          <a:solidFill xmlns:a="http://schemas.openxmlformats.org/drawingml/2006/main">
            <a:srgbClr val="0B1F3A"/>
          </a:solidFill>
          <a:ln xmlns:a="http://schemas.openxmlformats.org/drawingml/2006/main" w="9525">
            <a:solidFill>
              <a:srgbClr val="FFFFFF"/>
            </a:solidFill>
            <a:prstDash val="solid"/>
          </a:ln>
        </p:spPr>
      </p:sp>
      <p:sp>
        <p:nvSpPr>
          <p:cNvPr id="17" name="">
            <a:extLst xmlns:a="http://schemas.openxmlformats.org/drawingml/2006/main">
              <a:ext uri="{FF2B5EF4-FFF2-40B4-BE49-F238E27FC236}">
                <a16:creationId xmlns:a16="http://schemas.microsoft.com/office/drawing/2014/main" id="{8BC0E516-C56E-4884-ACED-D1ECDF03AA08}"/>
              </a:ext>
            </a:extLst>
          </p:cNvPr>
          <p:cNvSpPr>
            <a:spLocks xmlns:a="http://schemas.openxmlformats.org/drawingml/2006/main" noGrp="1"/>
          </p:cNvSpPr>
          <p:nvPr/>
        </p:nvSpPr>
        <p:spPr>
          <a:xfrm xmlns:a="http://schemas.openxmlformats.org/drawingml/2006/main">
            <a:off x="7677150" y="1866900"/>
            <a:ext cx="30670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350" b="1" i="0">
                <a:solidFill>
                  <a:srgbClr val="FFFFFF"/>
                </a:solidFill>
                <a:latin typeface="Aptos"/>
                <a:ea typeface="Aptos"/>
                <a:cs typeface="Aptos"/>
              </a:defRPr>
            </a:pPr>
            <a:r>
              <a:rPr sz="1350" b="1" i="0">
                <a:solidFill>
                  <a:srgbClr val="FFFFFF"/>
                </a:solidFill>
                <a:latin typeface="Aptos"/>
                <a:ea typeface="Aptos"/>
                <a:cs typeface="Aptos"/>
              </a:rPr>
              <a:t>Sai</a:t>
            </a:r>
          </a:p>
        </p:txBody>
      </p:sp>
      <p:sp>
        <p:nvSpPr>
          <p:cNvPr id="18" name="">
            <a:extLst xmlns:a="http://schemas.openxmlformats.org/drawingml/2006/main">
              <a:ext uri="{FF2B5EF4-FFF2-40B4-BE49-F238E27FC236}">
                <a16:creationId xmlns:a16="http://schemas.microsoft.com/office/drawing/2014/main" id="{D9FD581C-ACFC-400D-8E60-C1FF4B4A9FAE}"/>
              </a:ext>
            </a:extLst>
          </p:cNvPr>
          <p:cNvSpPr>
            <a:spLocks xmlns:a="http://schemas.openxmlformats.org/drawingml/2006/main" noGrp="1"/>
          </p:cNvSpPr>
          <p:nvPr/>
        </p:nvSpPr>
        <p:spPr>
          <a:xfrm xmlns:a="http://schemas.openxmlformats.org/drawingml/2006/main">
            <a:off x="609600" y="2381250"/>
            <a:ext cx="876300" cy="495300"/>
          </a:xfrm>
          <a:prstGeom xmlns:a="http://schemas.openxmlformats.org/drawingml/2006/main" prst="rect">
            <a:avLst/>
          </a:prstGeom>
          <a:solidFill xmlns:a="http://schemas.openxmlformats.org/drawingml/2006/main">
            <a:srgbClr val="EFF6FF"/>
          </a:solidFill>
          <a:ln xmlns:a="http://schemas.openxmlformats.org/drawingml/2006/main" w="9525">
            <a:solidFill>
              <a:srgbClr val="E2E8F0"/>
            </a:solidFill>
            <a:prstDash val="solid"/>
          </a:ln>
        </p:spPr>
      </p:sp>
      <p:sp>
        <p:nvSpPr>
          <p:cNvPr id="19" name="">
            <a:extLst xmlns:a="http://schemas.openxmlformats.org/drawingml/2006/main">
              <a:ext uri="{FF2B5EF4-FFF2-40B4-BE49-F238E27FC236}">
                <a16:creationId xmlns:a16="http://schemas.microsoft.com/office/drawing/2014/main" id="{89EC924A-DC15-4741-B996-F8621E40F150}"/>
              </a:ext>
            </a:extLst>
          </p:cNvPr>
          <p:cNvSpPr>
            <a:spLocks xmlns:a="http://schemas.openxmlformats.org/drawingml/2006/main" noGrp="1"/>
          </p:cNvSpPr>
          <p:nvPr/>
        </p:nvSpPr>
        <p:spPr>
          <a:xfrm xmlns:a="http://schemas.openxmlformats.org/drawingml/2006/main">
            <a:off x="685800" y="2381250"/>
            <a:ext cx="7239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1" i="0">
                <a:solidFill>
                  <a:srgbClr val="1D4ED8"/>
                </a:solidFill>
                <a:latin typeface="Aptos"/>
                <a:ea typeface="Aptos"/>
                <a:cs typeface="Aptos"/>
              </a:defRPr>
            </a:pPr>
            <a:r>
              <a:rPr sz="1575" b="1" i="0">
                <a:solidFill>
                  <a:srgbClr val="1D4ED8"/>
                </a:solidFill>
                <a:latin typeface="Aptos"/>
                <a:ea typeface="Aptos"/>
                <a:cs typeface="Aptos"/>
              </a:rPr>
              <a:t>L1</a:t>
            </a:r>
          </a:p>
        </p:txBody>
      </p:sp>
      <p:sp>
        <p:nvSpPr>
          <p:cNvPr id="20" name="">
            <a:extLst xmlns:a="http://schemas.openxmlformats.org/drawingml/2006/main">
              <a:ext uri="{FF2B5EF4-FFF2-40B4-BE49-F238E27FC236}">
                <a16:creationId xmlns:a16="http://schemas.microsoft.com/office/drawing/2014/main" id="{8B8CD340-0230-4D7F-BCBC-15DF1C122CA3}"/>
              </a:ext>
            </a:extLst>
          </p:cNvPr>
          <p:cNvSpPr>
            <a:spLocks xmlns:a="http://schemas.openxmlformats.org/drawingml/2006/main" noGrp="1"/>
          </p:cNvSpPr>
          <p:nvPr/>
        </p:nvSpPr>
        <p:spPr>
          <a:xfrm xmlns:a="http://schemas.openxmlformats.org/drawingml/2006/main">
            <a:off x="1485900" y="2381250"/>
            <a:ext cx="1428750" cy="495300"/>
          </a:xfrm>
          <a:prstGeom xmlns:a="http://schemas.openxmlformats.org/drawingml/2006/main" prst="rect">
            <a:avLst/>
          </a:prstGeom>
          <a:solidFill xmlns:a="http://schemas.openxmlformats.org/drawingml/2006/main">
            <a:srgbClr val="F8FAFC"/>
          </a:solidFill>
          <a:ln xmlns:a="http://schemas.openxmlformats.org/drawingml/2006/main" w="9525">
            <a:solidFill>
              <a:srgbClr val="E2E8F0"/>
            </a:solidFill>
            <a:prstDash val="solid"/>
          </a:ln>
        </p:spPr>
      </p:sp>
      <p:sp>
        <p:nvSpPr>
          <p:cNvPr id="21" name="">
            <a:extLst xmlns:a="http://schemas.openxmlformats.org/drawingml/2006/main">
              <a:ext uri="{FF2B5EF4-FFF2-40B4-BE49-F238E27FC236}">
                <a16:creationId xmlns:a16="http://schemas.microsoft.com/office/drawing/2014/main" id="{88840C13-1965-47E2-BF15-F9DB67F9FA96}"/>
              </a:ext>
            </a:extLst>
          </p:cNvPr>
          <p:cNvSpPr>
            <a:spLocks xmlns:a="http://schemas.openxmlformats.org/drawingml/2006/main" noGrp="1"/>
          </p:cNvSpPr>
          <p:nvPr/>
        </p:nvSpPr>
        <p:spPr>
          <a:xfrm xmlns:a="http://schemas.openxmlformats.org/drawingml/2006/main">
            <a:off x="1562100" y="2381250"/>
            <a:ext cx="12763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75" b="0" i="0">
                <a:solidFill>
                  <a:srgbClr val="475569"/>
                </a:solidFill>
                <a:latin typeface="Aptos"/>
                <a:ea typeface="Aptos"/>
                <a:cs typeface="Aptos"/>
              </a:defRPr>
            </a:pPr>
            <a:r>
              <a:rPr sz="1275" b="0" i="0">
                <a:solidFill>
                  <a:srgbClr val="475569"/>
                </a:solidFill>
                <a:latin typeface="Aptos"/>
                <a:ea typeface="Aptos"/>
                <a:cs typeface="Aptos"/>
              </a:rPr>
              <a:t>2</a:t>
            </a:r>
          </a:p>
        </p:txBody>
      </p:sp>
      <p:sp>
        <p:nvSpPr>
          <p:cNvPr id="22" name="">
            <a:extLst xmlns:a="http://schemas.openxmlformats.org/drawingml/2006/main">
              <a:ext uri="{FF2B5EF4-FFF2-40B4-BE49-F238E27FC236}">
                <a16:creationId xmlns:a16="http://schemas.microsoft.com/office/drawing/2014/main" id="{DF7B4DF5-816C-4E1D-AE10-6CC2D3DE44DF}"/>
              </a:ext>
            </a:extLst>
          </p:cNvPr>
          <p:cNvSpPr>
            <a:spLocks xmlns:a="http://schemas.openxmlformats.org/drawingml/2006/main" noGrp="1"/>
          </p:cNvSpPr>
          <p:nvPr/>
        </p:nvSpPr>
        <p:spPr>
          <a:xfrm xmlns:a="http://schemas.openxmlformats.org/drawingml/2006/main">
            <a:off x="2914650" y="2381250"/>
            <a:ext cx="2343150" cy="495300"/>
          </a:xfrm>
          <a:prstGeom xmlns:a="http://schemas.openxmlformats.org/drawingml/2006/main" prst="rect">
            <a:avLst/>
          </a:prstGeom>
          <a:solidFill xmlns:a="http://schemas.openxmlformats.org/drawingml/2006/main">
            <a:srgbClr val="F8FAFC"/>
          </a:solidFill>
          <a:ln xmlns:a="http://schemas.openxmlformats.org/drawingml/2006/main" w="9525">
            <a:solidFill>
              <a:srgbClr val="E2E8F0"/>
            </a:solidFill>
            <a:prstDash val="solid"/>
          </a:ln>
        </p:spPr>
      </p:sp>
      <p:sp>
        <p:nvSpPr>
          <p:cNvPr id="23" name="">
            <a:extLst xmlns:a="http://schemas.openxmlformats.org/drawingml/2006/main">
              <a:ext uri="{FF2B5EF4-FFF2-40B4-BE49-F238E27FC236}">
                <a16:creationId xmlns:a16="http://schemas.microsoft.com/office/drawing/2014/main" id="{B2E56CF5-20C2-409C-8B3C-6B2C38C8ECC0}"/>
              </a:ext>
            </a:extLst>
          </p:cNvPr>
          <p:cNvSpPr>
            <a:spLocks xmlns:a="http://schemas.openxmlformats.org/drawingml/2006/main" noGrp="1"/>
          </p:cNvSpPr>
          <p:nvPr/>
        </p:nvSpPr>
        <p:spPr>
          <a:xfrm xmlns:a="http://schemas.openxmlformats.org/drawingml/2006/main">
            <a:off x="2990850" y="2381250"/>
            <a:ext cx="2190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75" b="0" i="0">
                <a:solidFill>
                  <a:srgbClr val="475569"/>
                </a:solidFill>
                <a:latin typeface="Aptos"/>
                <a:ea typeface="Aptos"/>
                <a:cs typeface="Aptos"/>
              </a:defRPr>
            </a:pPr>
            <a:r>
              <a:rPr sz="1275" b="0" i="0">
                <a:solidFill>
                  <a:srgbClr val="475569"/>
                </a:solidFill>
                <a:latin typeface="Aptos"/>
                <a:ea typeface="Aptos"/>
                <a:cs typeface="Aptos"/>
              </a:rPr>
              <a:t>+2h</a:t>
            </a:r>
          </a:p>
        </p:txBody>
      </p:sp>
      <p:sp>
        <p:nvSpPr>
          <p:cNvPr id="24" name="">
            <a:extLst xmlns:a="http://schemas.openxmlformats.org/drawingml/2006/main">
              <a:ext uri="{FF2B5EF4-FFF2-40B4-BE49-F238E27FC236}">
                <a16:creationId xmlns:a16="http://schemas.microsoft.com/office/drawing/2014/main" id="{4B99D44B-B51E-4847-958D-762C341A78BE}"/>
              </a:ext>
            </a:extLst>
          </p:cNvPr>
          <p:cNvSpPr>
            <a:spLocks xmlns:a="http://schemas.openxmlformats.org/drawingml/2006/main" noGrp="1"/>
          </p:cNvSpPr>
          <p:nvPr/>
        </p:nvSpPr>
        <p:spPr>
          <a:xfrm xmlns:a="http://schemas.openxmlformats.org/drawingml/2006/main">
            <a:off x="5257800" y="2381250"/>
            <a:ext cx="2343150" cy="495300"/>
          </a:xfrm>
          <a:prstGeom xmlns:a="http://schemas.openxmlformats.org/drawingml/2006/main" prst="rect">
            <a:avLst/>
          </a:prstGeom>
          <a:solidFill xmlns:a="http://schemas.openxmlformats.org/drawingml/2006/main">
            <a:srgbClr val="F8FAFC"/>
          </a:solidFill>
          <a:ln xmlns:a="http://schemas.openxmlformats.org/drawingml/2006/main" w="9525">
            <a:solidFill>
              <a:srgbClr val="E2E8F0"/>
            </a:solidFill>
            <a:prstDash val="solid"/>
          </a:ln>
        </p:spPr>
      </p:sp>
      <p:sp>
        <p:nvSpPr>
          <p:cNvPr id="25" name="">
            <a:extLst xmlns:a="http://schemas.openxmlformats.org/drawingml/2006/main">
              <a:ext uri="{FF2B5EF4-FFF2-40B4-BE49-F238E27FC236}">
                <a16:creationId xmlns:a16="http://schemas.microsoft.com/office/drawing/2014/main" id="{E2CBF6C7-5345-4ADA-B784-8ACB187ECC33}"/>
              </a:ext>
            </a:extLst>
          </p:cNvPr>
          <p:cNvSpPr>
            <a:spLocks xmlns:a="http://schemas.openxmlformats.org/drawingml/2006/main" noGrp="1"/>
          </p:cNvSpPr>
          <p:nvPr/>
        </p:nvSpPr>
        <p:spPr>
          <a:xfrm xmlns:a="http://schemas.openxmlformats.org/drawingml/2006/main">
            <a:off x="5334000" y="2381250"/>
            <a:ext cx="2190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75" b="1" i="0">
                <a:solidFill>
                  <a:srgbClr val="475569"/>
                </a:solidFill>
                <a:latin typeface="Aptos"/>
                <a:ea typeface="Aptos"/>
                <a:cs typeface="Aptos"/>
              </a:defRPr>
            </a:pPr>
            <a:r>
              <a:rPr sz="1275" b="1" i="0">
                <a:solidFill>
                  <a:srgbClr val="475569"/>
                </a:solidFill>
                <a:latin typeface="Aptos"/>
                <a:ea typeface="Aptos"/>
                <a:cs typeface="Aptos"/>
              </a:rPr>
              <a:t>L2 • +6h</a:t>
            </a:r>
          </a:p>
        </p:txBody>
      </p:sp>
      <p:sp>
        <p:nvSpPr>
          <p:cNvPr id="26" name="">
            <a:extLst xmlns:a="http://schemas.openxmlformats.org/drawingml/2006/main">
              <a:ext uri="{FF2B5EF4-FFF2-40B4-BE49-F238E27FC236}">
                <a16:creationId xmlns:a16="http://schemas.microsoft.com/office/drawing/2014/main" id="{87F1F634-D89E-406B-8A6B-217025FEAAF4}"/>
              </a:ext>
            </a:extLst>
          </p:cNvPr>
          <p:cNvSpPr>
            <a:spLocks xmlns:a="http://schemas.openxmlformats.org/drawingml/2006/main" noGrp="1"/>
          </p:cNvSpPr>
          <p:nvPr/>
        </p:nvSpPr>
        <p:spPr>
          <a:xfrm xmlns:a="http://schemas.openxmlformats.org/drawingml/2006/main">
            <a:off x="7600950" y="2381250"/>
            <a:ext cx="3219450" cy="495300"/>
          </a:xfrm>
          <a:prstGeom xmlns:a="http://schemas.openxmlformats.org/drawingml/2006/main" prst="rect">
            <a:avLst/>
          </a:prstGeom>
          <a:solidFill xmlns:a="http://schemas.openxmlformats.org/drawingml/2006/main">
            <a:srgbClr val="F8FAFC"/>
          </a:solidFill>
          <a:ln xmlns:a="http://schemas.openxmlformats.org/drawingml/2006/main" w="9525">
            <a:solidFill>
              <a:srgbClr val="E2E8F0"/>
            </a:solidFill>
            <a:prstDash val="solid"/>
          </a:ln>
        </p:spPr>
      </p:sp>
      <p:sp>
        <p:nvSpPr>
          <p:cNvPr id="27" name="">
            <a:extLst xmlns:a="http://schemas.openxmlformats.org/drawingml/2006/main">
              <a:ext uri="{FF2B5EF4-FFF2-40B4-BE49-F238E27FC236}">
                <a16:creationId xmlns:a16="http://schemas.microsoft.com/office/drawing/2014/main" id="{D50F35C1-2D07-44CA-9C3D-DA1BEA92A42F}"/>
              </a:ext>
            </a:extLst>
          </p:cNvPr>
          <p:cNvSpPr>
            <a:spLocks xmlns:a="http://schemas.openxmlformats.org/drawingml/2006/main" noGrp="1"/>
          </p:cNvSpPr>
          <p:nvPr/>
        </p:nvSpPr>
        <p:spPr>
          <a:xfrm xmlns:a="http://schemas.openxmlformats.org/drawingml/2006/main">
            <a:off x="7677150" y="2381250"/>
            <a:ext cx="3067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75" b="0" i="0">
                <a:solidFill>
                  <a:srgbClr val="475569"/>
                </a:solidFill>
                <a:latin typeface="Aptos"/>
                <a:ea typeface="Aptos"/>
                <a:cs typeface="Aptos"/>
              </a:defRPr>
            </a:pPr>
            <a:r>
              <a:rPr sz="1275" b="0" i="0">
                <a:solidFill>
                  <a:srgbClr val="475569"/>
                </a:solidFill>
                <a:latin typeface="Aptos"/>
                <a:ea typeface="Aptos"/>
                <a:cs typeface="Aptos"/>
              </a:rPr>
              <a:t>giữ L1 • +1h</a:t>
            </a:r>
          </a:p>
        </p:txBody>
      </p:sp>
      <p:sp>
        <p:nvSpPr>
          <p:cNvPr id="28" name="">
            <a:extLst xmlns:a="http://schemas.openxmlformats.org/drawingml/2006/main">
              <a:ext uri="{FF2B5EF4-FFF2-40B4-BE49-F238E27FC236}">
                <a16:creationId xmlns:a16="http://schemas.microsoft.com/office/drawing/2014/main" id="{51809D11-A8A4-4BE9-BD96-8760DCCEDDB8}"/>
              </a:ext>
            </a:extLst>
          </p:cNvPr>
          <p:cNvSpPr>
            <a:spLocks xmlns:a="http://schemas.openxmlformats.org/drawingml/2006/main" noGrp="1"/>
          </p:cNvSpPr>
          <p:nvPr/>
        </p:nvSpPr>
        <p:spPr>
          <a:xfrm xmlns:a="http://schemas.openxmlformats.org/drawingml/2006/main">
            <a:off x="609600" y="2876550"/>
            <a:ext cx="876300" cy="495300"/>
          </a:xfrm>
          <a:prstGeom xmlns:a="http://schemas.openxmlformats.org/drawingml/2006/main" prst="rect">
            <a:avLst/>
          </a:prstGeom>
          <a:solidFill xmlns:a="http://schemas.openxmlformats.org/drawingml/2006/main">
            <a:srgbClr val="EFF6FF"/>
          </a:solidFill>
          <a:ln xmlns:a="http://schemas.openxmlformats.org/drawingml/2006/main" w="9525">
            <a:solidFill>
              <a:srgbClr val="E2E8F0"/>
            </a:solidFill>
            <a:prstDash val="solid"/>
          </a:ln>
        </p:spPr>
      </p:sp>
      <p:sp>
        <p:nvSpPr>
          <p:cNvPr id="29" name="">
            <a:extLst xmlns:a="http://schemas.openxmlformats.org/drawingml/2006/main">
              <a:ext uri="{FF2B5EF4-FFF2-40B4-BE49-F238E27FC236}">
                <a16:creationId xmlns:a16="http://schemas.microsoft.com/office/drawing/2014/main" id="{9A367A54-9A58-415B-A63D-418206117350}"/>
              </a:ext>
            </a:extLst>
          </p:cNvPr>
          <p:cNvSpPr>
            <a:spLocks xmlns:a="http://schemas.openxmlformats.org/drawingml/2006/main" noGrp="1"/>
          </p:cNvSpPr>
          <p:nvPr/>
        </p:nvSpPr>
        <p:spPr>
          <a:xfrm xmlns:a="http://schemas.openxmlformats.org/drawingml/2006/main">
            <a:off x="685800" y="2876550"/>
            <a:ext cx="7239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1" i="0">
                <a:solidFill>
                  <a:srgbClr val="1D4ED8"/>
                </a:solidFill>
                <a:latin typeface="Aptos"/>
                <a:ea typeface="Aptos"/>
                <a:cs typeface="Aptos"/>
              </a:defRPr>
            </a:pPr>
            <a:r>
              <a:rPr sz="1575" b="1" i="0">
                <a:solidFill>
                  <a:srgbClr val="1D4ED8"/>
                </a:solidFill>
                <a:latin typeface="Aptos"/>
                <a:ea typeface="Aptos"/>
                <a:cs typeface="Aptos"/>
              </a:rPr>
              <a:t>L2</a:t>
            </a:r>
          </a:p>
        </p:txBody>
      </p:sp>
      <p:sp>
        <p:nvSpPr>
          <p:cNvPr id="30" name="">
            <a:extLst xmlns:a="http://schemas.openxmlformats.org/drawingml/2006/main">
              <a:ext uri="{FF2B5EF4-FFF2-40B4-BE49-F238E27FC236}">
                <a16:creationId xmlns:a16="http://schemas.microsoft.com/office/drawing/2014/main" id="{981C7822-F99E-4DAB-B37A-C9EA9D8E8F88}"/>
              </a:ext>
            </a:extLst>
          </p:cNvPr>
          <p:cNvSpPr>
            <a:spLocks xmlns:a="http://schemas.openxmlformats.org/drawingml/2006/main" noGrp="1"/>
          </p:cNvSpPr>
          <p:nvPr/>
        </p:nvSpPr>
        <p:spPr>
          <a:xfrm xmlns:a="http://schemas.openxmlformats.org/drawingml/2006/main">
            <a:off x="1485900" y="2876550"/>
            <a:ext cx="1428750" cy="495300"/>
          </a:xfrm>
          <a:prstGeom xmlns:a="http://schemas.openxmlformats.org/drawingml/2006/main" prst="rect">
            <a:avLst/>
          </a:prstGeom>
          <a:solidFill xmlns:a="http://schemas.openxmlformats.org/drawingml/2006/main">
            <a:srgbClr val="FFFFFF"/>
          </a:solidFill>
          <a:ln xmlns:a="http://schemas.openxmlformats.org/drawingml/2006/main" w="9525">
            <a:solidFill>
              <a:srgbClr val="E2E8F0"/>
            </a:solidFill>
            <a:prstDash val="solid"/>
          </a:ln>
        </p:spPr>
      </p:sp>
      <p:sp>
        <p:nvSpPr>
          <p:cNvPr id="31" name="">
            <a:extLst xmlns:a="http://schemas.openxmlformats.org/drawingml/2006/main">
              <a:ext uri="{FF2B5EF4-FFF2-40B4-BE49-F238E27FC236}">
                <a16:creationId xmlns:a16="http://schemas.microsoft.com/office/drawing/2014/main" id="{E3C42646-53D1-46FA-8B8B-7A28EEF72B57}"/>
              </a:ext>
            </a:extLst>
          </p:cNvPr>
          <p:cNvSpPr>
            <a:spLocks xmlns:a="http://schemas.openxmlformats.org/drawingml/2006/main" noGrp="1"/>
          </p:cNvSpPr>
          <p:nvPr/>
        </p:nvSpPr>
        <p:spPr>
          <a:xfrm xmlns:a="http://schemas.openxmlformats.org/drawingml/2006/main">
            <a:off x="1562100" y="2876550"/>
            <a:ext cx="12763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75" b="0" i="0">
                <a:solidFill>
                  <a:srgbClr val="475569"/>
                </a:solidFill>
                <a:latin typeface="Aptos"/>
                <a:ea typeface="Aptos"/>
                <a:cs typeface="Aptos"/>
              </a:defRPr>
            </a:pPr>
            <a:r>
              <a:rPr sz="1275" b="0" i="0">
                <a:solidFill>
                  <a:srgbClr val="475569"/>
                </a:solidFill>
                <a:latin typeface="Aptos"/>
                <a:ea typeface="Aptos"/>
                <a:cs typeface="Aptos"/>
              </a:rPr>
              <a:t>2</a:t>
            </a:r>
          </a:p>
        </p:txBody>
      </p:sp>
      <p:sp>
        <p:nvSpPr>
          <p:cNvPr id="32" name="">
            <a:extLst xmlns:a="http://schemas.openxmlformats.org/drawingml/2006/main">
              <a:ext uri="{FF2B5EF4-FFF2-40B4-BE49-F238E27FC236}">
                <a16:creationId xmlns:a16="http://schemas.microsoft.com/office/drawing/2014/main" id="{0E359F35-6322-43A3-8DFD-0480951FF894}"/>
              </a:ext>
            </a:extLst>
          </p:cNvPr>
          <p:cNvSpPr>
            <a:spLocks xmlns:a="http://schemas.openxmlformats.org/drawingml/2006/main" noGrp="1"/>
          </p:cNvSpPr>
          <p:nvPr/>
        </p:nvSpPr>
        <p:spPr>
          <a:xfrm xmlns:a="http://schemas.openxmlformats.org/drawingml/2006/main">
            <a:off x="2914650" y="2876550"/>
            <a:ext cx="2343150" cy="495300"/>
          </a:xfrm>
          <a:prstGeom xmlns:a="http://schemas.openxmlformats.org/drawingml/2006/main" prst="rect">
            <a:avLst/>
          </a:prstGeom>
          <a:solidFill xmlns:a="http://schemas.openxmlformats.org/drawingml/2006/main">
            <a:srgbClr val="FFFFFF"/>
          </a:solidFill>
          <a:ln xmlns:a="http://schemas.openxmlformats.org/drawingml/2006/main" w="9525">
            <a:solidFill>
              <a:srgbClr val="E2E8F0"/>
            </a:solidFill>
            <a:prstDash val="solid"/>
          </a:ln>
        </p:spPr>
      </p:sp>
      <p:sp>
        <p:nvSpPr>
          <p:cNvPr id="33" name="">
            <a:extLst xmlns:a="http://schemas.openxmlformats.org/drawingml/2006/main">
              <a:ext uri="{FF2B5EF4-FFF2-40B4-BE49-F238E27FC236}">
                <a16:creationId xmlns:a16="http://schemas.microsoft.com/office/drawing/2014/main" id="{75163F18-B1C8-40D8-B955-30E3CC4ABE8F}"/>
              </a:ext>
            </a:extLst>
          </p:cNvPr>
          <p:cNvSpPr>
            <a:spLocks xmlns:a="http://schemas.openxmlformats.org/drawingml/2006/main" noGrp="1"/>
          </p:cNvSpPr>
          <p:nvPr/>
        </p:nvSpPr>
        <p:spPr>
          <a:xfrm xmlns:a="http://schemas.openxmlformats.org/drawingml/2006/main">
            <a:off x="2990850" y="2876550"/>
            <a:ext cx="2190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75" b="0" i="0">
                <a:solidFill>
                  <a:srgbClr val="475569"/>
                </a:solidFill>
                <a:latin typeface="Aptos"/>
                <a:ea typeface="Aptos"/>
                <a:cs typeface="Aptos"/>
              </a:defRPr>
            </a:pPr>
            <a:r>
              <a:rPr sz="1275" b="0" i="0">
                <a:solidFill>
                  <a:srgbClr val="475569"/>
                </a:solidFill>
                <a:latin typeface="Aptos"/>
                <a:ea typeface="Aptos"/>
                <a:cs typeface="Aptos"/>
              </a:rPr>
              <a:t>+5h</a:t>
            </a:r>
          </a:p>
        </p:txBody>
      </p:sp>
      <p:sp>
        <p:nvSpPr>
          <p:cNvPr id="34" name="">
            <a:extLst xmlns:a="http://schemas.openxmlformats.org/drawingml/2006/main">
              <a:ext uri="{FF2B5EF4-FFF2-40B4-BE49-F238E27FC236}">
                <a16:creationId xmlns:a16="http://schemas.microsoft.com/office/drawing/2014/main" id="{4F085FBB-B271-4273-BC49-046A8FE4DF37}"/>
              </a:ext>
            </a:extLst>
          </p:cNvPr>
          <p:cNvSpPr>
            <a:spLocks xmlns:a="http://schemas.openxmlformats.org/drawingml/2006/main" noGrp="1"/>
          </p:cNvSpPr>
          <p:nvPr/>
        </p:nvSpPr>
        <p:spPr>
          <a:xfrm xmlns:a="http://schemas.openxmlformats.org/drawingml/2006/main">
            <a:off x="5257800" y="2876550"/>
            <a:ext cx="2343150" cy="495300"/>
          </a:xfrm>
          <a:prstGeom xmlns:a="http://schemas.openxmlformats.org/drawingml/2006/main" prst="rect">
            <a:avLst/>
          </a:prstGeom>
          <a:solidFill xmlns:a="http://schemas.openxmlformats.org/drawingml/2006/main">
            <a:srgbClr val="FFFFFF"/>
          </a:solidFill>
          <a:ln xmlns:a="http://schemas.openxmlformats.org/drawingml/2006/main" w="9525">
            <a:solidFill>
              <a:srgbClr val="E2E8F0"/>
            </a:solidFill>
            <a:prstDash val="solid"/>
          </a:ln>
        </p:spPr>
      </p:sp>
      <p:sp>
        <p:nvSpPr>
          <p:cNvPr id="35" name="">
            <a:extLst xmlns:a="http://schemas.openxmlformats.org/drawingml/2006/main">
              <a:ext uri="{FF2B5EF4-FFF2-40B4-BE49-F238E27FC236}">
                <a16:creationId xmlns:a16="http://schemas.microsoft.com/office/drawing/2014/main" id="{8EB51F33-C911-4D05-A1BF-9B4C1E221D9A}"/>
              </a:ext>
            </a:extLst>
          </p:cNvPr>
          <p:cNvSpPr>
            <a:spLocks xmlns:a="http://schemas.openxmlformats.org/drawingml/2006/main" noGrp="1"/>
          </p:cNvSpPr>
          <p:nvPr/>
        </p:nvSpPr>
        <p:spPr>
          <a:xfrm xmlns:a="http://schemas.openxmlformats.org/drawingml/2006/main">
            <a:off x="5334000" y="2876550"/>
            <a:ext cx="2190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75" b="1" i="0">
                <a:solidFill>
                  <a:srgbClr val="475569"/>
                </a:solidFill>
                <a:latin typeface="Aptos"/>
                <a:ea typeface="Aptos"/>
                <a:cs typeface="Aptos"/>
              </a:defRPr>
            </a:pPr>
            <a:r>
              <a:rPr sz="1275" b="1" i="0">
                <a:solidFill>
                  <a:srgbClr val="475569"/>
                </a:solidFill>
                <a:latin typeface="Aptos"/>
                <a:ea typeface="Aptos"/>
                <a:cs typeface="Aptos"/>
              </a:rPr>
              <a:t>L3 • +12h</a:t>
            </a:r>
          </a:p>
        </p:txBody>
      </p:sp>
      <p:sp>
        <p:nvSpPr>
          <p:cNvPr id="36" name="">
            <a:extLst xmlns:a="http://schemas.openxmlformats.org/drawingml/2006/main">
              <a:ext uri="{FF2B5EF4-FFF2-40B4-BE49-F238E27FC236}">
                <a16:creationId xmlns:a16="http://schemas.microsoft.com/office/drawing/2014/main" id="{815EBAA6-A013-4B4F-8C6A-45196A5979BE}"/>
              </a:ext>
            </a:extLst>
          </p:cNvPr>
          <p:cNvSpPr>
            <a:spLocks xmlns:a="http://schemas.openxmlformats.org/drawingml/2006/main" noGrp="1"/>
          </p:cNvSpPr>
          <p:nvPr/>
        </p:nvSpPr>
        <p:spPr>
          <a:xfrm xmlns:a="http://schemas.openxmlformats.org/drawingml/2006/main">
            <a:off x="7600950" y="2876550"/>
            <a:ext cx="3219450" cy="495300"/>
          </a:xfrm>
          <a:prstGeom xmlns:a="http://schemas.openxmlformats.org/drawingml/2006/main" prst="rect">
            <a:avLst/>
          </a:prstGeom>
          <a:solidFill xmlns:a="http://schemas.openxmlformats.org/drawingml/2006/main">
            <a:srgbClr val="FFFFFF"/>
          </a:solidFill>
          <a:ln xmlns:a="http://schemas.openxmlformats.org/drawingml/2006/main" w="9525">
            <a:solidFill>
              <a:srgbClr val="E2E8F0"/>
            </a:solidFill>
            <a:prstDash val="solid"/>
          </a:ln>
        </p:spPr>
      </p:sp>
      <p:sp>
        <p:nvSpPr>
          <p:cNvPr id="37" name="">
            <a:extLst xmlns:a="http://schemas.openxmlformats.org/drawingml/2006/main">
              <a:ext uri="{FF2B5EF4-FFF2-40B4-BE49-F238E27FC236}">
                <a16:creationId xmlns:a16="http://schemas.microsoft.com/office/drawing/2014/main" id="{0B4BFA86-8A85-470B-B08D-62E0692872E7}"/>
              </a:ext>
            </a:extLst>
          </p:cNvPr>
          <p:cNvSpPr>
            <a:spLocks xmlns:a="http://schemas.openxmlformats.org/drawingml/2006/main" noGrp="1"/>
          </p:cNvSpPr>
          <p:nvPr/>
        </p:nvSpPr>
        <p:spPr>
          <a:xfrm xmlns:a="http://schemas.openxmlformats.org/drawingml/2006/main">
            <a:off x="7677150" y="2876550"/>
            <a:ext cx="3067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75" b="0" i="0">
                <a:solidFill>
                  <a:srgbClr val="475569"/>
                </a:solidFill>
                <a:latin typeface="Aptos"/>
                <a:ea typeface="Aptos"/>
                <a:cs typeface="Aptos"/>
              </a:defRPr>
            </a:pPr>
            <a:r>
              <a:rPr sz="1275" b="0" i="0">
                <a:solidFill>
                  <a:srgbClr val="475569"/>
                </a:solidFill>
                <a:latin typeface="Aptos"/>
                <a:ea typeface="Aptos"/>
                <a:cs typeface="Aptos"/>
              </a:rPr>
              <a:t>giữ L2 • +4h</a:t>
            </a:r>
          </a:p>
        </p:txBody>
      </p:sp>
      <p:sp>
        <p:nvSpPr>
          <p:cNvPr id="38" name="">
            <a:extLst xmlns:a="http://schemas.openxmlformats.org/drawingml/2006/main">
              <a:ext uri="{FF2B5EF4-FFF2-40B4-BE49-F238E27FC236}">
                <a16:creationId xmlns:a16="http://schemas.microsoft.com/office/drawing/2014/main" id="{BD201AD9-C367-4099-874F-A5377B38C2D4}"/>
              </a:ext>
            </a:extLst>
          </p:cNvPr>
          <p:cNvSpPr>
            <a:spLocks xmlns:a="http://schemas.openxmlformats.org/drawingml/2006/main" noGrp="1"/>
          </p:cNvSpPr>
          <p:nvPr/>
        </p:nvSpPr>
        <p:spPr>
          <a:xfrm xmlns:a="http://schemas.openxmlformats.org/drawingml/2006/main">
            <a:off x="609600" y="3371850"/>
            <a:ext cx="876300" cy="495300"/>
          </a:xfrm>
          <a:prstGeom xmlns:a="http://schemas.openxmlformats.org/drawingml/2006/main" prst="rect">
            <a:avLst/>
          </a:prstGeom>
          <a:solidFill xmlns:a="http://schemas.openxmlformats.org/drawingml/2006/main">
            <a:srgbClr val="EFF6FF"/>
          </a:solidFill>
          <a:ln xmlns:a="http://schemas.openxmlformats.org/drawingml/2006/main" w="9525">
            <a:solidFill>
              <a:srgbClr val="E2E8F0"/>
            </a:solidFill>
            <a:prstDash val="solid"/>
          </a:ln>
        </p:spPr>
      </p:sp>
      <p:sp>
        <p:nvSpPr>
          <p:cNvPr id="39" name="">
            <a:extLst xmlns:a="http://schemas.openxmlformats.org/drawingml/2006/main">
              <a:ext uri="{FF2B5EF4-FFF2-40B4-BE49-F238E27FC236}">
                <a16:creationId xmlns:a16="http://schemas.microsoft.com/office/drawing/2014/main" id="{9D1FF1C4-55C5-4D42-A94E-9163D47B1CD9}"/>
              </a:ext>
            </a:extLst>
          </p:cNvPr>
          <p:cNvSpPr>
            <a:spLocks xmlns:a="http://schemas.openxmlformats.org/drawingml/2006/main" noGrp="1"/>
          </p:cNvSpPr>
          <p:nvPr/>
        </p:nvSpPr>
        <p:spPr>
          <a:xfrm xmlns:a="http://schemas.openxmlformats.org/drawingml/2006/main">
            <a:off x="685800" y="3371850"/>
            <a:ext cx="7239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1" i="0">
                <a:solidFill>
                  <a:srgbClr val="1D4ED8"/>
                </a:solidFill>
                <a:latin typeface="Aptos"/>
                <a:ea typeface="Aptos"/>
                <a:cs typeface="Aptos"/>
              </a:defRPr>
            </a:pPr>
            <a:r>
              <a:rPr sz="1575" b="1" i="0">
                <a:solidFill>
                  <a:srgbClr val="1D4ED8"/>
                </a:solidFill>
                <a:latin typeface="Aptos"/>
                <a:ea typeface="Aptos"/>
                <a:cs typeface="Aptos"/>
              </a:rPr>
              <a:t>L3</a:t>
            </a:r>
          </a:p>
        </p:txBody>
      </p:sp>
      <p:sp>
        <p:nvSpPr>
          <p:cNvPr id="40" name="">
            <a:extLst xmlns:a="http://schemas.openxmlformats.org/drawingml/2006/main">
              <a:ext uri="{FF2B5EF4-FFF2-40B4-BE49-F238E27FC236}">
                <a16:creationId xmlns:a16="http://schemas.microsoft.com/office/drawing/2014/main" id="{B903D5C7-1C59-47BE-870E-9506233C43BC}"/>
              </a:ext>
            </a:extLst>
          </p:cNvPr>
          <p:cNvSpPr>
            <a:spLocks xmlns:a="http://schemas.openxmlformats.org/drawingml/2006/main" noGrp="1"/>
          </p:cNvSpPr>
          <p:nvPr/>
        </p:nvSpPr>
        <p:spPr>
          <a:xfrm xmlns:a="http://schemas.openxmlformats.org/drawingml/2006/main">
            <a:off x="1485900" y="3371850"/>
            <a:ext cx="1428750" cy="495300"/>
          </a:xfrm>
          <a:prstGeom xmlns:a="http://schemas.openxmlformats.org/drawingml/2006/main" prst="rect">
            <a:avLst/>
          </a:prstGeom>
          <a:solidFill xmlns:a="http://schemas.openxmlformats.org/drawingml/2006/main">
            <a:srgbClr val="F8FAFC"/>
          </a:solidFill>
          <a:ln xmlns:a="http://schemas.openxmlformats.org/drawingml/2006/main" w="9525">
            <a:solidFill>
              <a:srgbClr val="E2E8F0"/>
            </a:solidFill>
            <a:prstDash val="solid"/>
          </a:ln>
        </p:spPr>
      </p:sp>
      <p:sp>
        <p:nvSpPr>
          <p:cNvPr id="41" name="">
            <a:extLst xmlns:a="http://schemas.openxmlformats.org/drawingml/2006/main">
              <a:ext uri="{FF2B5EF4-FFF2-40B4-BE49-F238E27FC236}">
                <a16:creationId xmlns:a16="http://schemas.microsoft.com/office/drawing/2014/main" id="{746AFE4D-46E4-4E61-9C08-88CF2E1851F2}"/>
              </a:ext>
            </a:extLst>
          </p:cNvPr>
          <p:cNvSpPr>
            <a:spLocks xmlns:a="http://schemas.openxmlformats.org/drawingml/2006/main" noGrp="1"/>
          </p:cNvSpPr>
          <p:nvPr/>
        </p:nvSpPr>
        <p:spPr>
          <a:xfrm xmlns:a="http://schemas.openxmlformats.org/drawingml/2006/main">
            <a:off x="1562100" y="3371850"/>
            <a:ext cx="12763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75" b="0" i="0">
                <a:solidFill>
                  <a:srgbClr val="475569"/>
                </a:solidFill>
                <a:latin typeface="Aptos"/>
                <a:ea typeface="Aptos"/>
                <a:cs typeface="Aptos"/>
              </a:defRPr>
            </a:pPr>
            <a:r>
              <a:rPr sz="1275" b="0" i="0">
                <a:solidFill>
                  <a:srgbClr val="475569"/>
                </a:solidFill>
                <a:latin typeface="Aptos"/>
                <a:ea typeface="Aptos"/>
                <a:cs typeface="Aptos"/>
              </a:rPr>
              <a:t>2</a:t>
            </a:r>
          </a:p>
        </p:txBody>
      </p:sp>
      <p:sp>
        <p:nvSpPr>
          <p:cNvPr id="42" name="">
            <a:extLst xmlns:a="http://schemas.openxmlformats.org/drawingml/2006/main">
              <a:ext uri="{FF2B5EF4-FFF2-40B4-BE49-F238E27FC236}">
                <a16:creationId xmlns:a16="http://schemas.microsoft.com/office/drawing/2014/main" id="{BEF1830B-FF7D-423F-8DFA-727FCFE2E66E}"/>
              </a:ext>
            </a:extLst>
          </p:cNvPr>
          <p:cNvSpPr>
            <a:spLocks xmlns:a="http://schemas.openxmlformats.org/drawingml/2006/main" noGrp="1"/>
          </p:cNvSpPr>
          <p:nvPr/>
        </p:nvSpPr>
        <p:spPr>
          <a:xfrm xmlns:a="http://schemas.openxmlformats.org/drawingml/2006/main">
            <a:off x="2914650" y="3371850"/>
            <a:ext cx="2343150" cy="495300"/>
          </a:xfrm>
          <a:prstGeom xmlns:a="http://schemas.openxmlformats.org/drawingml/2006/main" prst="rect">
            <a:avLst/>
          </a:prstGeom>
          <a:solidFill xmlns:a="http://schemas.openxmlformats.org/drawingml/2006/main">
            <a:srgbClr val="F8FAFC"/>
          </a:solidFill>
          <a:ln xmlns:a="http://schemas.openxmlformats.org/drawingml/2006/main" w="9525">
            <a:solidFill>
              <a:srgbClr val="E2E8F0"/>
            </a:solidFill>
            <a:prstDash val="solid"/>
          </a:ln>
        </p:spPr>
      </p:sp>
      <p:sp>
        <p:nvSpPr>
          <p:cNvPr id="43" name="">
            <a:extLst xmlns:a="http://schemas.openxmlformats.org/drawingml/2006/main">
              <a:ext uri="{FF2B5EF4-FFF2-40B4-BE49-F238E27FC236}">
                <a16:creationId xmlns:a16="http://schemas.microsoft.com/office/drawing/2014/main" id="{34C268D9-D4A8-4B5A-A40E-DE696F680098}"/>
              </a:ext>
            </a:extLst>
          </p:cNvPr>
          <p:cNvSpPr>
            <a:spLocks xmlns:a="http://schemas.openxmlformats.org/drawingml/2006/main" noGrp="1"/>
          </p:cNvSpPr>
          <p:nvPr/>
        </p:nvSpPr>
        <p:spPr>
          <a:xfrm xmlns:a="http://schemas.openxmlformats.org/drawingml/2006/main">
            <a:off x="2990850" y="3371850"/>
            <a:ext cx="2190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75" b="0" i="0">
                <a:solidFill>
                  <a:srgbClr val="475569"/>
                </a:solidFill>
                <a:latin typeface="Aptos"/>
                <a:ea typeface="Aptos"/>
                <a:cs typeface="Aptos"/>
              </a:defRPr>
            </a:pPr>
            <a:r>
              <a:rPr sz="1275" b="0" i="0">
                <a:solidFill>
                  <a:srgbClr val="475569"/>
                </a:solidFill>
                <a:latin typeface="Aptos"/>
                <a:ea typeface="Aptos"/>
                <a:cs typeface="Aptos"/>
              </a:rPr>
              <a:t>+9h</a:t>
            </a:r>
          </a:p>
        </p:txBody>
      </p:sp>
      <p:sp>
        <p:nvSpPr>
          <p:cNvPr id="44" name="">
            <a:extLst xmlns:a="http://schemas.openxmlformats.org/drawingml/2006/main">
              <a:ext uri="{FF2B5EF4-FFF2-40B4-BE49-F238E27FC236}">
                <a16:creationId xmlns:a16="http://schemas.microsoft.com/office/drawing/2014/main" id="{4555CFED-2D97-41F9-AC0C-CF132F4EC575}"/>
              </a:ext>
            </a:extLst>
          </p:cNvPr>
          <p:cNvSpPr>
            <a:spLocks xmlns:a="http://schemas.openxmlformats.org/drawingml/2006/main" noGrp="1"/>
          </p:cNvSpPr>
          <p:nvPr/>
        </p:nvSpPr>
        <p:spPr>
          <a:xfrm xmlns:a="http://schemas.openxmlformats.org/drawingml/2006/main">
            <a:off x="5257800" y="3371850"/>
            <a:ext cx="2343150" cy="495300"/>
          </a:xfrm>
          <a:prstGeom xmlns:a="http://schemas.openxmlformats.org/drawingml/2006/main" prst="rect">
            <a:avLst/>
          </a:prstGeom>
          <a:solidFill xmlns:a="http://schemas.openxmlformats.org/drawingml/2006/main">
            <a:srgbClr val="F8FAFC"/>
          </a:solidFill>
          <a:ln xmlns:a="http://schemas.openxmlformats.org/drawingml/2006/main" w="9525">
            <a:solidFill>
              <a:srgbClr val="E2E8F0"/>
            </a:solidFill>
            <a:prstDash val="solid"/>
          </a:ln>
        </p:spPr>
      </p:sp>
      <p:sp>
        <p:nvSpPr>
          <p:cNvPr id="45" name="">
            <a:extLst xmlns:a="http://schemas.openxmlformats.org/drawingml/2006/main">
              <a:ext uri="{FF2B5EF4-FFF2-40B4-BE49-F238E27FC236}">
                <a16:creationId xmlns:a16="http://schemas.microsoft.com/office/drawing/2014/main" id="{23B6FB35-BCBF-4994-9EC6-53E020E6CFC3}"/>
              </a:ext>
            </a:extLst>
          </p:cNvPr>
          <p:cNvSpPr>
            <a:spLocks xmlns:a="http://schemas.openxmlformats.org/drawingml/2006/main" noGrp="1"/>
          </p:cNvSpPr>
          <p:nvPr/>
        </p:nvSpPr>
        <p:spPr>
          <a:xfrm xmlns:a="http://schemas.openxmlformats.org/drawingml/2006/main">
            <a:off x="5334000" y="3371850"/>
            <a:ext cx="2190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75" b="1" i="0">
                <a:solidFill>
                  <a:srgbClr val="475569"/>
                </a:solidFill>
                <a:latin typeface="Aptos"/>
                <a:ea typeface="Aptos"/>
                <a:cs typeface="Aptos"/>
              </a:defRPr>
            </a:pPr>
            <a:r>
              <a:rPr sz="1275" b="1" i="0">
                <a:solidFill>
                  <a:srgbClr val="475569"/>
                </a:solidFill>
                <a:latin typeface="Aptos"/>
                <a:ea typeface="Aptos"/>
                <a:cs typeface="Aptos"/>
              </a:rPr>
              <a:t>L4 • +1 ngày</a:t>
            </a:r>
          </a:p>
        </p:txBody>
      </p:sp>
      <p:sp>
        <p:nvSpPr>
          <p:cNvPr id="46" name="">
            <a:extLst xmlns:a="http://schemas.openxmlformats.org/drawingml/2006/main">
              <a:ext uri="{FF2B5EF4-FFF2-40B4-BE49-F238E27FC236}">
                <a16:creationId xmlns:a16="http://schemas.microsoft.com/office/drawing/2014/main" id="{54E56E63-6757-42A9-89C6-765494A273DE}"/>
              </a:ext>
            </a:extLst>
          </p:cNvPr>
          <p:cNvSpPr>
            <a:spLocks xmlns:a="http://schemas.openxmlformats.org/drawingml/2006/main" noGrp="1"/>
          </p:cNvSpPr>
          <p:nvPr/>
        </p:nvSpPr>
        <p:spPr>
          <a:xfrm xmlns:a="http://schemas.openxmlformats.org/drawingml/2006/main">
            <a:off x="7600950" y="3371850"/>
            <a:ext cx="3219450" cy="495300"/>
          </a:xfrm>
          <a:prstGeom xmlns:a="http://schemas.openxmlformats.org/drawingml/2006/main" prst="rect">
            <a:avLst/>
          </a:prstGeom>
          <a:solidFill xmlns:a="http://schemas.openxmlformats.org/drawingml/2006/main">
            <a:srgbClr val="F8FAFC"/>
          </a:solidFill>
          <a:ln xmlns:a="http://schemas.openxmlformats.org/drawingml/2006/main" w="9525">
            <a:solidFill>
              <a:srgbClr val="E2E8F0"/>
            </a:solidFill>
            <a:prstDash val="solid"/>
          </a:ln>
        </p:spPr>
      </p:sp>
      <p:sp>
        <p:nvSpPr>
          <p:cNvPr id="47" name="">
            <a:extLst xmlns:a="http://schemas.openxmlformats.org/drawingml/2006/main">
              <a:ext uri="{FF2B5EF4-FFF2-40B4-BE49-F238E27FC236}">
                <a16:creationId xmlns:a16="http://schemas.microsoft.com/office/drawing/2014/main" id="{50D57DE0-A07F-47BB-B124-4AA30887954E}"/>
              </a:ext>
            </a:extLst>
          </p:cNvPr>
          <p:cNvSpPr>
            <a:spLocks xmlns:a="http://schemas.openxmlformats.org/drawingml/2006/main" noGrp="1"/>
          </p:cNvSpPr>
          <p:nvPr/>
        </p:nvSpPr>
        <p:spPr>
          <a:xfrm xmlns:a="http://schemas.openxmlformats.org/drawingml/2006/main">
            <a:off x="7677150" y="3371850"/>
            <a:ext cx="3067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75" b="0" i="0">
                <a:solidFill>
                  <a:srgbClr val="475569"/>
                </a:solidFill>
                <a:latin typeface="Aptos"/>
                <a:ea typeface="Aptos"/>
                <a:cs typeface="Aptos"/>
              </a:defRPr>
            </a:pPr>
            <a:r>
              <a:rPr sz="1275" b="0" i="0">
                <a:solidFill>
                  <a:srgbClr val="475569"/>
                </a:solidFill>
                <a:latin typeface="Aptos"/>
                <a:ea typeface="Aptos"/>
                <a:cs typeface="Aptos"/>
              </a:rPr>
              <a:t>giữ L3 • +6h</a:t>
            </a:r>
          </a:p>
        </p:txBody>
      </p:sp>
      <p:sp>
        <p:nvSpPr>
          <p:cNvPr id="48" name="">
            <a:extLst xmlns:a="http://schemas.openxmlformats.org/drawingml/2006/main">
              <a:ext uri="{FF2B5EF4-FFF2-40B4-BE49-F238E27FC236}">
                <a16:creationId xmlns:a16="http://schemas.microsoft.com/office/drawing/2014/main" id="{7FB37E11-9837-4C8D-B0E2-48DAC648FF46}"/>
              </a:ext>
            </a:extLst>
          </p:cNvPr>
          <p:cNvSpPr>
            <a:spLocks xmlns:a="http://schemas.openxmlformats.org/drawingml/2006/main" noGrp="1"/>
          </p:cNvSpPr>
          <p:nvPr/>
        </p:nvSpPr>
        <p:spPr>
          <a:xfrm xmlns:a="http://schemas.openxmlformats.org/drawingml/2006/main">
            <a:off x="609600" y="3867150"/>
            <a:ext cx="876300" cy="495300"/>
          </a:xfrm>
          <a:prstGeom xmlns:a="http://schemas.openxmlformats.org/drawingml/2006/main" prst="rect">
            <a:avLst/>
          </a:prstGeom>
          <a:solidFill xmlns:a="http://schemas.openxmlformats.org/drawingml/2006/main">
            <a:srgbClr val="EFF6FF"/>
          </a:solidFill>
          <a:ln xmlns:a="http://schemas.openxmlformats.org/drawingml/2006/main" w="9525">
            <a:solidFill>
              <a:srgbClr val="E2E8F0"/>
            </a:solidFill>
            <a:prstDash val="solid"/>
          </a:ln>
        </p:spPr>
      </p:sp>
      <p:sp>
        <p:nvSpPr>
          <p:cNvPr id="49" name="">
            <a:extLst xmlns:a="http://schemas.openxmlformats.org/drawingml/2006/main">
              <a:ext uri="{FF2B5EF4-FFF2-40B4-BE49-F238E27FC236}">
                <a16:creationId xmlns:a16="http://schemas.microsoft.com/office/drawing/2014/main" id="{A8554BB0-E871-4D94-B960-24D69565A8E3}"/>
              </a:ext>
            </a:extLst>
          </p:cNvPr>
          <p:cNvSpPr>
            <a:spLocks xmlns:a="http://schemas.openxmlformats.org/drawingml/2006/main" noGrp="1"/>
          </p:cNvSpPr>
          <p:nvPr/>
        </p:nvSpPr>
        <p:spPr>
          <a:xfrm xmlns:a="http://schemas.openxmlformats.org/drawingml/2006/main">
            <a:off x="685800" y="3867150"/>
            <a:ext cx="7239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1" i="0">
                <a:solidFill>
                  <a:srgbClr val="1D4ED8"/>
                </a:solidFill>
                <a:latin typeface="Aptos"/>
                <a:ea typeface="Aptos"/>
                <a:cs typeface="Aptos"/>
              </a:defRPr>
            </a:pPr>
            <a:r>
              <a:rPr sz="1575" b="1" i="0">
                <a:solidFill>
                  <a:srgbClr val="1D4ED8"/>
                </a:solidFill>
                <a:latin typeface="Aptos"/>
                <a:ea typeface="Aptos"/>
                <a:cs typeface="Aptos"/>
              </a:rPr>
              <a:t>L4</a:t>
            </a:r>
          </a:p>
        </p:txBody>
      </p:sp>
      <p:sp>
        <p:nvSpPr>
          <p:cNvPr id="50" name="">
            <a:extLst xmlns:a="http://schemas.openxmlformats.org/drawingml/2006/main">
              <a:ext uri="{FF2B5EF4-FFF2-40B4-BE49-F238E27FC236}">
                <a16:creationId xmlns:a16="http://schemas.microsoft.com/office/drawing/2014/main" id="{1A48A8BE-B1F1-490A-AD8B-AD609DC6742A}"/>
              </a:ext>
            </a:extLst>
          </p:cNvPr>
          <p:cNvSpPr>
            <a:spLocks xmlns:a="http://schemas.openxmlformats.org/drawingml/2006/main" noGrp="1"/>
          </p:cNvSpPr>
          <p:nvPr/>
        </p:nvSpPr>
        <p:spPr>
          <a:xfrm xmlns:a="http://schemas.openxmlformats.org/drawingml/2006/main">
            <a:off x="1485900" y="3867150"/>
            <a:ext cx="1428750" cy="495300"/>
          </a:xfrm>
          <a:prstGeom xmlns:a="http://schemas.openxmlformats.org/drawingml/2006/main" prst="rect">
            <a:avLst/>
          </a:prstGeom>
          <a:solidFill xmlns:a="http://schemas.openxmlformats.org/drawingml/2006/main">
            <a:srgbClr val="FFFFFF"/>
          </a:solidFill>
          <a:ln xmlns:a="http://schemas.openxmlformats.org/drawingml/2006/main" w="9525">
            <a:solidFill>
              <a:srgbClr val="E2E8F0"/>
            </a:solidFill>
            <a:prstDash val="solid"/>
          </a:ln>
        </p:spPr>
      </p:sp>
      <p:sp>
        <p:nvSpPr>
          <p:cNvPr id="51" name="">
            <a:extLst xmlns:a="http://schemas.openxmlformats.org/drawingml/2006/main">
              <a:ext uri="{FF2B5EF4-FFF2-40B4-BE49-F238E27FC236}">
                <a16:creationId xmlns:a16="http://schemas.microsoft.com/office/drawing/2014/main" id="{76988C03-8B68-466D-835E-BC11B1E1E287}"/>
              </a:ext>
            </a:extLst>
          </p:cNvPr>
          <p:cNvSpPr>
            <a:spLocks xmlns:a="http://schemas.openxmlformats.org/drawingml/2006/main" noGrp="1"/>
          </p:cNvSpPr>
          <p:nvPr/>
        </p:nvSpPr>
        <p:spPr>
          <a:xfrm xmlns:a="http://schemas.openxmlformats.org/drawingml/2006/main">
            <a:off x="1562100" y="3867150"/>
            <a:ext cx="12763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75" b="0" i="0">
                <a:solidFill>
                  <a:srgbClr val="475569"/>
                </a:solidFill>
                <a:latin typeface="Aptos"/>
                <a:ea typeface="Aptos"/>
                <a:cs typeface="Aptos"/>
              </a:defRPr>
            </a:pPr>
            <a:r>
              <a:rPr sz="1275" b="0" i="0">
                <a:solidFill>
                  <a:srgbClr val="475569"/>
                </a:solidFill>
                <a:latin typeface="Aptos"/>
                <a:ea typeface="Aptos"/>
                <a:cs typeface="Aptos"/>
              </a:rPr>
              <a:t>2</a:t>
            </a:r>
          </a:p>
        </p:txBody>
      </p:sp>
      <p:sp>
        <p:nvSpPr>
          <p:cNvPr id="52" name="">
            <a:extLst xmlns:a="http://schemas.openxmlformats.org/drawingml/2006/main">
              <a:ext uri="{FF2B5EF4-FFF2-40B4-BE49-F238E27FC236}">
                <a16:creationId xmlns:a16="http://schemas.microsoft.com/office/drawing/2014/main" id="{9981E6A0-ADA4-46B6-8C7E-9D3CF9FD77AF}"/>
              </a:ext>
            </a:extLst>
          </p:cNvPr>
          <p:cNvSpPr>
            <a:spLocks xmlns:a="http://schemas.openxmlformats.org/drawingml/2006/main" noGrp="1"/>
          </p:cNvSpPr>
          <p:nvPr/>
        </p:nvSpPr>
        <p:spPr>
          <a:xfrm xmlns:a="http://schemas.openxmlformats.org/drawingml/2006/main">
            <a:off x="2914650" y="3867150"/>
            <a:ext cx="2343150" cy="495300"/>
          </a:xfrm>
          <a:prstGeom xmlns:a="http://schemas.openxmlformats.org/drawingml/2006/main" prst="rect">
            <a:avLst/>
          </a:prstGeom>
          <a:solidFill xmlns:a="http://schemas.openxmlformats.org/drawingml/2006/main">
            <a:srgbClr val="FFFFFF"/>
          </a:solidFill>
          <a:ln xmlns:a="http://schemas.openxmlformats.org/drawingml/2006/main" w="9525">
            <a:solidFill>
              <a:srgbClr val="E2E8F0"/>
            </a:solidFill>
            <a:prstDash val="solid"/>
          </a:ln>
        </p:spPr>
      </p:sp>
      <p:sp>
        <p:nvSpPr>
          <p:cNvPr id="53" name="">
            <a:extLst xmlns:a="http://schemas.openxmlformats.org/drawingml/2006/main">
              <a:ext uri="{FF2B5EF4-FFF2-40B4-BE49-F238E27FC236}">
                <a16:creationId xmlns:a16="http://schemas.microsoft.com/office/drawing/2014/main" id="{5A5A282F-8C84-4346-9FA0-B126CB8F520B}"/>
              </a:ext>
            </a:extLst>
          </p:cNvPr>
          <p:cNvSpPr>
            <a:spLocks xmlns:a="http://schemas.openxmlformats.org/drawingml/2006/main" noGrp="1"/>
          </p:cNvSpPr>
          <p:nvPr/>
        </p:nvSpPr>
        <p:spPr>
          <a:xfrm xmlns:a="http://schemas.openxmlformats.org/drawingml/2006/main">
            <a:off x="2990850" y="3867150"/>
            <a:ext cx="2190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75" b="0" i="0">
                <a:solidFill>
                  <a:srgbClr val="475569"/>
                </a:solidFill>
                <a:latin typeface="Aptos"/>
                <a:ea typeface="Aptos"/>
                <a:cs typeface="Aptos"/>
              </a:defRPr>
            </a:pPr>
            <a:r>
              <a:rPr sz="1275" b="0" i="0">
                <a:solidFill>
                  <a:srgbClr val="475569"/>
                </a:solidFill>
                <a:latin typeface="Aptos"/>
                <a:ea typeface="Aptos"/>
                <a:cs typeface="Aptos"/>
              </a:rPr>
              <a:t>+14h</a:t>
            </a:r>
          </a:p>
        </p:txBody>
      </p:sp>
      <p:sp>
        <p:nvSpPr>
          <p:cNvPr id="54" name="">
            <a:extLst xmlns:a="http://schemas.openxmlformats.org/drawingml/2006/main">
              <a:ext uri="{FF2B5EF4-FFF2-40B4-BE49-F238E27FC236}">
                <a16:creationId xmlns:a16="http://schemas.microsoft.com/office/drawing/2014/main" id="{97D4C540-7ADF-4A73-846C-76281AE56169}"/>
              </a:ext>
            </a:extLst>
          </p:cNvPr>
          <p:cNvSpPr>
            <a:spLocks xmlns:a="http://schemas.openxmlformats.org/drawingml/2006/main" noGrp="1"/>
          </p:cNvSpPr>
          <p:nvPr/>
        </p:nvSpPr>
        <p:spPr>
          <a:xfrm xmlns:a="http://schemas.openxmlformats.org/drawingml/2006/main">
            <a:off x="5257800" y="3867150"/>
            <a:ext cx="2343150" cy="495300"/>
          </a:xfrm>
          <a:prstGeom xmlns:a="http://schemas.openxmlformats.org/drawingml/2006/main" prst="rect">
            <a:avLst/>
          </a:prstGeom>
          <a:solidFill xmlns:a="http://schemas.openxmlformats.org/drawingml/2006/main">
            <a:srgbClr val="FFFFFF"/>
          </a:solidFill>
          <a:ln xmlns:a="http://schemas.openxmlformats.org/drawingml/2006/main" w="9525">
            <a:solidFill>
              <a:srgbClr val="E2E8F0"/>
            </a:solidFill>
            <a:prstDash val="solid"/>
          </a:ln>
        </p:spPr>
      </p:sp>
      <p:sp>
        <p:nvSpPr>
          <p:cNvPr id="55" name="">
            <a:extLst xmlns:a="http://schemas.openxmlformats.org/drawingml/2006/main">
              <a:ext uri="{FF2B5EF4-FFF2-40B4-BE49-F238E27FC236}">
                <a16:creationId xmlns:a16="http://schemas.microsoft.com/office/drawing/2014/main" id="{4C01AC82-2F6B-4DFC-990C-4A03FBCFCB87}"/>
              </a:ext>
            </a:extLst>
          </p:cNvPr>
          <p:cNvSpPr>
            <a:spLocks xmlns:a="http://schemas.openxmlformats.org/drawingml/2006/main" noGrp="1"/>
          </p:cNvSpPr>
          <p:nvPr/>
        </p:nvSpPr>
        <p:spPr>
          <a:xfrm xmlns:a="http://schemas.openxmlformats.org/drawingml/2006/main">
            <a:off x="5334000" y="3867150"/>
            <a:ext cx="2190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75" b="1" i="0">
                <a:solidFill>
                  <a:srgbClr val="475569"/>
                </a:solidFill>
                <a:latin typeface="Aptos"/>
                <a:ea typeface="Aptos"/>
                <a:cs typeface="Aptos"/>
              </a:defRPr>
            </a:pPr>
            <a:r>
              <a:rPr sz="1275" b="1" i="0">
                <a:solidFill>
                  <a:srgbClr val="475569"/>
                </a:solidFill>
                <a:latin typeface="Aptos"/>
                <a:ea typeface="Aptos"/>
                <a:cs typeface="Aptos"/>
              </a:rPr>
              <a:t>L5 • +3 ngày</a:t>
            </a:r>
          </a:p>
        </p:txBody>
      </p:sp>
      <p:sp>
        <p:nvSpPr>
          <p:cNvPr id="56" name="">
            <a:extLst xmlns:a="http://schemas.openxmlformats.org/drawingml/2006/main">
              <a:ext uri="{FF2B5EF4-FFF2-40B4-BE49-F238E27FC236}">
                <a16:creationId xmlns:a16="http://schemas.microsoft.com/office/drawing/2014/main" id="{A3BB522C-F324-4761-AC4A-33FB5607AEE2}"/>
              </a:ext>
            </a:extLst>
          </p:cNvPr>
          <p:cNvSpPr>
            <a:spLocks xmlns:a="http://schemas.openxmlformats.org/drawingml/2006/main" noGrp="1"/>
          </p:cNvSpPr>
          <p:nvPr/>
        </p:nvSpPr>
        <p:spPr>
          <a:xfrm xmlns:a="http://schemas.openxmlformats.org/drawingml/2006/main">
            <a:off x="7600950" y="3867150"/>
            <a:ext cx="3219450" cy="495300"/>
          </a:xfrm>
          <a:prstGeom xmlns:a="http://schemas.openxmlformats.org/drawingml/2006/main" prst="rect">
            <a:avLst/>
          </a:prstGeom>
          <a:solidFill xmlns:a="http://schemas.openxmlformats.org/drawingml/2006/main">
            <a:srgbClr val="FFFFFF"/>
          </a:solidFill>
          <a:ln xmlns:a="http://schemas.openxmlformats.org/drawingml/2006/main" w="9525">
            <a:solidFill>
              <a:srgbClr val="E2E8F0"/>
            </a:solidFill>
            <a:prstDash val="solid"/>
          </a:ln>
        </p:spPr>
      </p:sp>
      <p:sp>
        <p:nvSpPr>
          <p:cNvPr id="57" name="">
            <a:extLst xmlns:a="http://schemas.openxmlformats.org/drawingml/2006/main">
              <a:ext uri="{FF2B5EF4-FFF2-40B4-BE49-F238E27FC236}">
                <a16:creationId xmlns:a16="http://schemas.microsoft.com/office/drawing/2014/main" id="{BFCEBB03-BEBA-41AB-8063-057439753091}"/>
              </a:ext>
            </a:extLst>
          </p:cNvPr>
          <p:cNvSpPr>
            <a:spLocks xmlns:a="http://schemas.openxmlformats.org/drawingml/2006/main" noGrp="1"/>
          </p:cNvSpPr>
          <p:nvPr/>
        </p:nvSpPr>
        <p:spPr>
          <a:xfrm xmlns:a="http://schemas.openxmlformats.org/drawingml/2006/main">
            <a:off x="7677150" y="3867150"/>
            <a:ext cx="3067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75" b="0" i="0">
                <a:solidFill>
                  <a:srgbClr val="475569"/>
                </a:solidFill>
                <a:latin typeface="Aptos"/>
                <a:ea typeface="Aptos"/>
                <a:cs typeface="Aptos"/>
              </a:defRPr>
            </a:pPr>
            <a:r>
              <a:rPr sz="1275" b="0" i="0">
                <a:solidFill>
                  <a:srgbClr val="475569"/>
                </a:solidFill>
                <a:latin typeface="Aptos"/>
                <a:ea typeface="Aptos"/>
                <a:cs typeface="Aptos"/>
              </a:rPr>
              <a:t>giữ L4 • +12h</a:t>
            </a:r>
          </a:p>
        </p:txBody>
      </p:sp>
      <p:sp>
        <p:nvSpPr>
          <p:cNvPr id="58" name="">
            <a:extLst xmlns:a="http://schemas.openxmlformats.org/drawingml/2006/main">
              <a:ext uri="{FF2B5EF4-FFF2-40B4-BE49-F238E27FC236}">
                <a16:creationId xmlns:a16="http://schemas.microsoft.com/office/drawing/2014/main" id="{ADEC5ADA-D5EB-41F7-82E5-A011F8413896}"/>
              </a:ext>
            </a:extLst>
          </p:cNvPr>
          <p:cNvSpPr>
            <a:spLocks xmlns:a="http://schemas.openxmlformats.org/drawingml/2006/main" noGrp="1"/>
          </p:cNvSpPr>
          <p:nvPr/>
        </p:nvSpPr>
        <p:spPr>
          <a:xfrm xmlns:a="http://schemas.openxmlformats.org/drawingml/2006/main">
            <a:off x="609600" y="4362450"/>
            <a:ext cx="876300" cy="495300"/>
          </a:xfrm>
          <a:prstGeom xmlns:a="http://schemas.openxmlformats.org/drawingml/2006/main" prst="rect">
            <a:avLst/>
          </a:prstGeom>
          <a:solidFill xmlns:a="http://schemas.openxmlformats.org/drawingml/2006/main">
            <a:srgbClr val="EFF6FF"/>
          </a:solidFill>
          <a:ln xmlns:a="http://schemas.openxmlformats.org/drawingml/2006/main" w="9525">
            <a:solidFill>
              <a:srgbClr val="E2E8F0"/>
            </a:solidFill>
            <a:prstDash val="solid"/>
          </a:ln>
        </p:spPr>
      </p:sp>
      <p:sp>
        <p:nvSpPr>
          <p:cNvPr id="59" name="">
            <a:extLst xmlns:a="http://schemas.openxmlformats.org/drawingml/2006/main">
              <a:ext uri="{FF2B5EF4-FFF2-40B4-BE49-F238E27FC236}">
                <a16:creationId xmlns:a16="http://schemas.microsoft.com/office/drawing/2014/main" id="{7FF700BE-817B-4F0B-9CED-2F8B331080EA}"/>
              </a:ext>
            </a:extLst>
          </p:cNvPr>
          <p:cNvSpPr>
            <a:spLocks xmlns:a="http://schemas.openxmlformats.org/drawingml/2006/main" noGrp="1"/>
          </p:cNvSpPr>
          <p:nvPr/>
        </p:nvSpPr>
        <p:spPr>
          <a:xfrm xmlns:a="http://schemas.openxmlformats.org/drawingml/2006/main">
            <a:off x="685800" y="4362450"/>
            <a:ext cx="7239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1" i="0">
                <a:solidFill>
                  <a:srgbClr val="1D4ED8"/>
                </a:solidFill>
                <a:latin typeface="Aptos"/>
                <a:ea typeface="Aptos"/>
                <a:cs typeface="Aptos"/>
              </a:defRPr>
            </a:pPr>
            <a:r>
              <a:rPr sz="1575" b="1" i="0">
                <a:solidFill>
                  <a:srgbClr val="1D4ED8"/>
                </a:solidFill>
                <a:latin typeface="Aptos"/>
                <a:ea typeface="Aptos"/>
                <a:cs typeface="Aptos"/>
              </a:rPr>
              <a:t>L5</a:t>
            </a:r>
          </a:p>
        </p:txBody>
      </p:sp>
      <p:sp>
        <p:nvSpPr>
          <p:cNvPr id="60" name="">
            <a:extLst xmlns:a="http://schemas.openxmlformats.org/drawingml/2006/main">
              <a:ext uri="{FF2B5EF4-FFF2-40B4-BE49-F238E27FC236}">
                <a16:creationId xmlns:a16="http://schemas.microsoft.com/office/drawing/2014/main" id="{5E6A28A4-B990-4FD1-BB5F-F3C177B064F3}"/>
              </a:ext>
            </a:extLst>
          </p:cNvPr>
          <p:cNvSpPr>
            <a:spLocks xmlns:a="http://schemas.openxmlformats.org/drawingml/2006/main" noGrp="1"/>
          </p:cNvSpPr>
          <p:nvPr/>
        </p:nvSpPr>
        <p:spPr>
          <a:xfrm xmlns:a="http://schemas.openxmlformats.org/drawingml/2006/main">
            <a:off x="1485900" y="4362450"/>
            <a:ext cx="1428750" cy="495300"/>
          </a:xfrm>
          <a:prstGeom xmlns:a="http://schemas.openxmlformats.org/drawingml/2006/main" prst="rect">
            <a:avLst/>
          </a:prstGeom>
          <a:solidFill xmlns:a="http://schemas.openxmlformats.org/drawingml/2006/main">
            <a:srgbClr val="F8FAFC"/>
          </a:solidFill>
          <a:ln xmlns:a="http://schemas.openxmlformats.org/drawingml/2006/main" w="9525">
            <a:solidFill>
              <a:srgbClr val="E2E8F0"/>
            </a:solidFill>
            <a:prstDash val="solid"/>
          </a:ln>
        </p:spPr>
      </p:sp>
      <p:sp>
        <p:nvSpPr>
          <p:cNvPr id="61" name="">
            <a:extLst xmlns:a="http://schemas.openxmlformats.org/drawingml/2006/main">
              <a:ext uri="{FF2B5EF4-FFF2-40B4-BE49-F238E27FC236}">
                <a16:creationId xmlns:a16="http://schemas.microsoft.com/office/drawing/2014/main" id="{27BB1430-A471-4A7D-B3F5-00450F471F79}"/>
              </a:ext>
            </a:extLst>
          </p:cNvPr>
          <p:cNvSpPr>
            <a:spLocks xmlns:a="http://schemas.openxmlformats.org/drawingml/2006/main" noGrp="1"/>
          </p:cNvSpPr>
          <p:nvPr/>
        </p:nvSpPr>
        <p:spPr>
          <a:xfrm xmlns:a="http://schemas.openxmlformats.org/drawingml/2006/main">
            <a:off x="1562100" y="4362450"/>
            <a:ext cx="12763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75" b="0" i="0">
                <a:solidFill>
                  <a:srgbClr val="475569"/>
                </a:solidFill>
                <a:latin typeface="Aptos"/>
                <a:ea typeface="Aptos"/>
                <a:cs typeface="Aptos"/>
              </a:defRPr>
            </a:pPr>
            <a:r>
              <a:rPr sz="1275" b="0" i="0">
                <a:solidFill>
                  <a:srgbClr val="475569"/>
                </a:solidFill>
                <a:latin typeface="Aptos"/>
                <a:ea typeface="Aptos"/>
                <a:cs typeface="Aptos"/>
              </a:rPr>
              <a:t>4</a:t>
            </a:r>
          </a:p>
        </p:txBody>
      </p:sp>
      <p:sp>
        <p:nvSpPr>
          <p:cNvPr id="62" name="">
            <a:extLst xmlns:a="http://schemas.openxmlformats.org/drawingml/2006/main">
              <a:ext uri="{FF2B5EF4-FFF2-40B4-BE49-F238E27FC236}">
                <a16:creationId xmlns:a16="http://schemas.microsoft.com/office/drawing/2014/main" id="{A46AE537-211C-4768-B935-57A168A483F1}"/>
              </a:ext>
            </a:extLst>
          </p:cNvPr>
          <p:cNvSpPr>
            <a:spLocks xmlns:a="http://schemas.openxmlformats.org/drawingml/2006/main" noGrp="1"/>
          </p:cNvSpPr>
          <p:nvPr/>
        </p:nvSpPr>
        <p:spPr>
          <a:xfrm xmlns:a="http://schemas.openxmlformats.org/drawingml/2006/main">
            <a:off x="2914650" y="4362450"/>
            <a:ext cx="2343150" cy="495300"/>
          </a:xfrm>
          <a:prstGeom xmlns:a="http://schemas.openxmlformats.org/drawingml/2006/main" prst="rect">
            <a:avLst/>
          </a:prstGeom>
          <a:solidFill xmlns:a="http://schemas.openxmlformats.org/drawingml/2006/main">
            <a:srgbClr val="F8FAFC"/>
          </a:solidFill>
          <a:ln xmlns:a="http://schemas.openxmlformats.org/drawingml/2006/main" w="9525">
            <a:solidFill>
              <a:srgbClr val="E2E8F0"/>
            </a:solidFill>
            <a:prstDash val="solid"/>
          </a:ln>
        </p:spPr>
      </p:sp>
      <p:sp>
        <p:nvSpPr>
          <p:cNvPr id="63" name="">
            <a:extLst xmlns:a="http://schemas.openxmlformats.org/drawingml/2006/main">
              <a:ext uri="{FF2B5EF4-FFF2-40B4-BE49-F238E27FC236}">
                <a16:creationId xmlns:a16="http://schemas.microsoft.com/office/drawing/2014/main" id="{29AE14F1-D214-499F-B8A6-F89864857DB2}"/>
              </a:ext>
            </a:extLst>
          </p:cNvPr>
          <p:cNvSpPr>
            <a:spLocks xmlns:a="http://schemas.openxmlformats.org/drawingml/2006/main" noGrp="1"/>
          </p:cNvSpPr>
          <p:nvPr/>
        </p:nvSpPr>
        <p:spPr>
          <a:xfrm xmlns:a="http://schemas.openxmlformats.org/drawingml/2006/main">
            <a:off x="2990850" y="4362450"/>
            <a:ext cx="2190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75" b="0" i="0">
                <a:solidFill>
                  <a:srgbClr val="475569"/>
                </a:solidFill>
                <a:latin typeface="Aptos"/>
                <a:ea typeface="Aptos"/>
                <a:cs typeface="Aptos"/>
              </a:defRPr>
            </a:pPr>
            <a:r>
              <a:rPr sz="1275" b="0" i="0">
                <a:solidFill>
                  <a:srgbClr val="475569"/>
                </a:solidFill>
                <a:latin typeface="Aptos"/>
                <a:ea typeface="Aptos"/>
                <a:cs typeface="Aptos"/>
              </a:rPr>
              <a:t>+1 ngày</a:t>
            </a:r>
          </a:p>
        </p:txBody>
      </p:sp>
      <p:sp>
        <p:nvSpPr>
          <p:cNvPr id="64" name="">
            <a:extLst xmlns:a="http://schemas.openxmlformats.org/drawingml/2006/main">
              <a:ext uri="{FF2B5EF4-FFF2-40B4-BE49-F238E27FC236}">
                <a16:creationId xmlns:a16="http://schemas.microsoft.com/office/drawing/2014/main" id="{6C9E63AA-FB40-48AC-A035-4E79598A747E}"/>
              </a:ext>
            </a:extLst>
          </p:cNvPr>
          <p:cNvSpPr>
            <a:spLocks xmlns:a="http://schemas.openxmlformats.org/drawingml/2006/main" noGrp="1"/>
          </p:cNvSpPr>
          <p:nvPr/>
        </p:nvSpPr>
        <p:spPr>
          <a:xfrm xmlns:a="http://schemas.openxmlformats.org/drawingml/2006/main">
            <a:off x="5257800" y="4362450"/>
            <a:ext cx="2343150" cy="495300"/>
          </a:xfrm>
          <a:prstGeom xmlns:a="http://schemas.openxmlformats.org/drawingml/2006/main" prst="rect">
            <a:avLst/>
          </a:prstGeom>
          <a:solidFill xmlns:a="http://schemas.openxmlformats.org/drawingml/2006/main">
            <a:srgbClr val="F8FAFC"/>
          </a:solidFill>
          <a:ln xmlns:a="http://schemas.openxmlformats.org/drawingml/2006/main" w="9525">
            <a:solidFill>
              <a:srgbClr val="E2E8F0"/>
            </a:solidFill>
            <a:prstDash val="solid"/>
          </a:ln>
        </p:spPr>
      </p:sp>
      <p:sp>
        <p:nvSpPr>
          <p:cNvPr id="65" name="">
            <a:extLst xmlns:a="http://schemas.openxmlformats.org/drawingml/2006/main">
              <a:ext uri="{FF2B5EF4-FFF2-40B4-BE49-F238E27FC236}">
                <a16:creationId xmlns:a16="http://schemas.microsoft.com/office/drawing/2014/main" id="{4E433611-00FE-47A7-93AC-3B662150AF65}"/>
              </a:ext>
            </a:extLst>
          </p:cNvPr>
          <p:cNvSpPr>
            <a:spLocks xmlns:a="http://schemas.openxmlformats.org/drawingml/2006/main" noGrp="1"/>
          </p:cNvSpPr>
          <p:nvPr/>
        </p:nvSpPr>
        <p:spPr>
          <a:xfrm xmlns:a="http://schemas.openxmlformats.org/drawingml/2006/main">
            <a:off x="5334000" y="4362450"/>
            <a:ext cx="2190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75" b="1" i="0">
                <a:solidFill>
                  <a:srgbClr val="475569"/>
                </a:solidFill>
                <a:latin typeface="Aptos"/>
                <a:ea typeface="Aptos"/>
                <a:cs typeface="Aptos"/>
              </a:defRPr>
            </a:pPr>
            <a:r>
              <a:rPr sz="1275" b="1" i="0">
                <a:solidFill>
                  <a:srgbClr val="475569"/>
                </a:solidFill>
                <a:latin typeface="Aptos"/>
                <a:ea typeface="Aptos"/>
                <a:cs typeface="Aptos"/>
              </a:rPr>
              <a:t>L6 • +14 ngày</a:t>
            </a:r>
          </a:p>
        </p:txBody>
      </p:sp>
      <p:sp>
        <p:nvSpPr>
          <p:cNvPr id="66" name="">
            <a:extLst xmlns:a="http://schemas.openxmlformats.org/drawingml/2006/main">
              <a:ext uri="{FF2B5EF4-FFF2-40B4-BE49-F238E27FC236}">
                <a16:creationId xmlns:a16="http://schemas.microsoft.com/office/drawing/2014/main" id="{368A169B-F495-4587-8AE3-8141EA23A55F}"/>
              </a:ext>
            </a:extLst>
          </p:cNvPr>
          <p:cNvSpPr>
            <a:spLocks xmlns:a="http://schemas.openxmlformats.org/drawingml/2006/main" noGrp="1"/>
          </p:cNvSpPr>
          <p:nvPr/>
        </p:nvSpPr>
        <p:spPr>
          <a:xfrm xmlns:a="http://schemas.openxmlformats.org/drawingml/2006/main">
            <a:off x="7600950" y="4362450"/>
            <a:ext cx="3219450" cy="495300"/>
          </a:xfrm>
          <a:prstGeom xmlns:a="http://schemas.openxmlformats.org/drawingml/2006/main" prst="rect">
            <a:avLst/>
          </a:prstGeom>
          <a:solidFill xmlns:a="http://schemas.openxmlformats.org/drawingml/2006/main">
            <a:srgbClr val="F8FAFC"/>
          </a:solidFill>
          <a:ln xmlns:a="http://schemas.openxmlformats.org/drawingml/2006/main" w="9525">
            <a:solidFill>
              <a:srgbClr val="E2E8F0"/>
            </a:solidFill>
            <a:prstDash val="solid"/>
          </a:ln>
        </p:spPr>
      </p:sp>
      <p:sp>
        <p:nvSpPr>
          <p:cNvPr id="67" name="">
            <a:extLst xmlns:a="http://schemas.openxmlformats.org/drawingml/2006/main">
              <a:ext uri="{FF2B5EF4-FFF2-40B4-BE49-F238E27FC236}">
                <a16:creationId xmlns:a16="http://schemas.microsoft.com/office/drawing/2014/main" id="{96228E70-7263-4375-A27B-7BD0872B3C86}"/>
              </a:ext>
            </a:extLst>
          </p:cNvPr>
          <p:cNvSpPr>
            <a:spLocks xmlns:a="http://schemas.openxmlformats.org/drawingml/2006/main" noGrp="1"/>
          </p:cNvSpPr>
          <p:nvPr/>
        </p:nvSpPr>
        <p:spPr>
          <a:xfrm xmlns:a="http://schemas.openxmlformats.org/drawingml/2006/main">
            <a:off x="7677150" y="4362450"/>
            <a:ext cx="3067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75" b="0" i="0">
                <a:solidFill>
                  <a:srgbClr val="475569"/>
                </a:solidFill>
                <a:latin typeface="Aptos"/>
                <a:ea typeface="Aptos"/>
                <a:cs typeface="Aptos"/>
              </a:defRPr>
            </a:pPr>
            <a:r>
              <a:rPr sz="1275" b="0" i="0">
                <a:solidFill>
                  <a:srgbClr val="475569"/>
                </a:solidFill>
                <a:latin typeface="Aptos"/>
                <a:ea typeface="Aptos"/>
                <a:cs typeface="Aptos"/>
              </a:rPr>
              <a:t>giữ L5 • +1 ngày</a:t>
            </a:r>
          </a:p>
        </p:txBody>
      </p:sp>
      <p:sp>
        <p:nvSpPr>
          <p:cNvPr id="68" name="">
            <a:extLst xmlns:a="http://schemas.openxmlformats.org/drawingml/2006/main">
              <a:ext uri="{FF2B5EF4-FFF2-40B4-BE49-F238E27FC236}">
                <a16:creationId xmlns:a16="http://schemas.microsoft.com/office/drawing/2014/main" id="{3701550A-FE5A-4729-AB08-9B888296363C}"/>
              </a:ext>
            </a:extLst>
          </p:cNvPr>
          <p:cNvSpPr>
            <a:spLocks xmlns:a="http://schemas.openxmlformats.org/drawingml/2006/main" noGrp="1"/>
          </p:cNvSpPr>
          <p:nvPr/>
        </p:nvSpPr>
        <p:spPr>
          <a:xfrm xmlns:a="http://schemas.openxmlformats.org/drawingml/2006/main">
            <a:off x="609600" y="4857750"/>
            <a:ext cx="876300" cy="495300"/>
          </a:xfrm>
          <a:prstGeom xmlns:a="http://schemas.openxmlformats.org/drawingml/2006/main" prst="rect">
            <a:avLst/>
          </a:prstGeom>
          <a:solidFill xmlns:a="http://schemas.openxmlformats.org/drawingml/2006/main">
            <a:srgbClr val="EFF6FF"/>
          </a:solidFill>
          <a:ln xmlns:a="http://schemas.openxmlformats.org/drawingml/2006/main" w="9525">
            <a:solidFill>
              <a:srgbClr val="E2E8F0"/>
            </a:solidFill>
            <a:prstDash val="solid"/>
          </a:ln>
        </p:spPr>
      </p:sp>
      <p:sp>
        <p:nvSpPr>
          <p:cNvPr id="69" name="">
            <a:extLst xmlns:a="http://schemas.openxmlformats.org/drawingml/2006/main">
              <a:ext uri="{FF2B5EF4-FFF2-40B4-BE49-F238E27FC236}">
                <a16:creationId xmlns:a16="http://schemas.microsoft.com/office/drawing/2014/main" id="{C6BCF352-9AA4-4B4D-AD6E-DDCD7F2675DC}"/>
              </a:ext>
            </a:extLst>
          </p:cNvPr>
          <p:cNvSpPr>
            <a:spLocks xmlns:a="http://schemas.openxmlformats.org/drawingml/2006/main" noGrp="1"/>
          </p:cNvSpPr>
          <p:nvPr/>
        </p:nvSpPr>
        <p:spPr>
          <a:xfrm xmlns:a="http://schemas.openxmlformats.org/drawingml/2006/main">
            <a:off x="685800" y="4857750"/>
            <a:ext cx="7239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75" b="1" i="0">
                <a:solidFill>
                  <a:srgbClr val="1D4ED8"/>
                </a:solidFill>
                <a:latin typeface="Aptos"/>
                <a:ea typeface="Aptos"/>
                <a:cs typeface="Aptos"/>
              </a:defRPr>
            </a:pPr>
            <a:r>
              <a:rPr sz="1575" b="1" i="0">
                <a:solidFill>
                  <a:srgbClr val="1D4ED8"/>
                </a:solidFill>
                <a:latin typeface="Aptos"/>
                <a:ea typeface="Aptos"/>
                <a:cs typeface="Aptos"/>
              </a:rPr>
              <a:t>L6</a:t>
            </a:r>
          </a:p>
        </p:txBody>
      </p:sp>
      <p:sp>
        <p:nvSpPr>
          <p:cNvPr id="70" name="">
            <a:extLst xmlns:a="http://schemas.openxmlformats.org/drawingml/2006/main">
              <a:ext uri="{FF2B5EF4-FFF2-40B4-BE49-F238E27FC236}">
                <a16:creationId xmlns:a16="http://schemas.microsoft.com/office/drawing/2014/main" id="{83EBBD97-6337-4993-B7C1-B780AA257AE4}"/>
              </a:ext>
            </a:extLst>
          </p:cNvPr>
          <p:cNvSpPr>
            <a:spLocks xmlns:a="http://schemas.openxmlformats.org/drawingml/2006/main" noGrp="1"/>
          </p:cNvSpPr>
          <p:nvPr/>
        </p:nvSpPr>
        <p:spPr>
          <a:xfrm xmlns:a="http://schemas.openxmlformats.org/drawingml/2006/main">
            <a:off x="1485900" y="4857750"/>
            <a:ext cx="1428750" cy="495300"/>
          </a:xfrm>
          <a:prstGeom xmlns:a="http://schemas.openxmlformats.org/drawingml/2006/main" prst="rect">
            <a:avLst/>
          </a:prstGeom>
          <a:solidFill xmlns:a="http://schemas.openxmlformats.org/drawingml/2006/main">
            <a:srgbClr val="FFFFFF"/>
          </a:solidFill>
          <a:ln xmlns:a="http://schemas.openxmlformats.org/drawingml/2006/main" w="9525">
            <a:solidFill>
              <a:srgbClr val="E2E8F0"/>
            </a:solidFill>
            <a:prstDash val="solid"/>
          </a:ln>
        </p:spPr>
      </p:sp>
      <p:sp>
        <p:nvSpPr>
          <p:cNvPr id="71" name="">
            <a:extLst xmlns:a="http://schemas.openxmlformats.org/drawingml/2006/main">
              <a:ext uri="{FF2B5EF4-FFF2-40B4-BE49-F238E27FC236}">
                <a16:creationId xmlns:a16="http://schemas.microsoft.com/office/drawing/2014/main" id="{7D51AA15-B1CC-4CE8-BF8A-77BA4615C1AE}"/>
              </a:ext>
            </a:extLst>
          </p:cNvPr>
          <p:cNvSpPr>
            <a:spLocks xmlns:a="http://schemas.openxmlformats.org/drawingml/2006/main" noGrp="1"/>
          </p:cNvSpPr>
          <p:nvPr/>
        </p:nvSpPr>
        <p:spPr>
          <a:xfrm xmlns:a="http://schemas.openxmlformats.org/drawingml/2006/main">
            <a:off x="1562100" y="4857750"/>
            <a:ext cx="12763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75" b="0" i="0">
                <a:solidFill>
                  <a:srgbClr val="475569"/>
                </a:solidFill>
                <a:latin typeface="Aptos"/>
                <a:ea typeface="Aptos"/>
                <a:cs typeface="Aptos"/>
              </a:defRPr>
            </a:pPr>
            <a:r>
              <a:rPr sz="1275" b="0" i="0">
                <a:solidFill>
                  <a:srgbClr val="475569"/>
                </a:solidFill>
                <a:latin typeface="Aptos"/>
                <a:ea typeface="Aptos"/>
                <a:cs typeface="Aptos"/>
              </a:rPr>
              <a:t>—</a:t>
            </a:r>
          </a:p>
        </p:txBody>
      </p:sp>
      <p:sp>
        <p:nvSpPr>
          <p:cNvPr id="72" name="">
            <a:extLst xmlns:a="http://schemas.openxmlformats.org/drawingml/2006/main">
              <a:ext uri="{FF2B5EF4-FFF2-40B4-BE49-F238E27FC236}">
                <a16:creationId xmlns:a16="http://schemas.microsoft.com/office/drawing/2014/main" id="{C60C4098-7A8D-4DA1-8621-455780F7C6FD}"/>
              </a:ext>
            </a:extLst>
          </p:cNvPr>
          <p:cNvSpPr>
            <a:spLocks xmlns:a="http://schemas.openxmlformats.org/drawingml/2006/main" noGrp="1"/>
          </p:cNvSpPr>
          <p:nvPr/>
        </p:nvSpPr>
        <p:spPr>
          <a:xfrm xmlns:a="http://schemas.openxmlformats.org/drawingml/2006/main">
            <a:off x="2914650" y="4857750"/>
            <a:ext cx="2343150" cy="495300"/>
          </a:xfrm>
          <a:prstGeom xmlns:a="http://schemas.openxmlformats.org/drawingml/2006/main" prst="rect">
            <a:avLst/>
          </a:prstGeom>
          <a:solidFill xmlns:a="http://schemas.openxmlformats.org/drawingml/2006/main">
            <a:srgbClr val="FFFFFF"/>
          </a:solidFill>
          <a:ln xmlns:a="http://schemas.openxmlformats.org/drawingml/2006/main" w="9525">
            <a:solidFill>
              <a:srgbClr val="E2E8F0"/>
            </a:solidFill>
            <a:prstDash val="solid"/>
          </a:ln>
        </p:spPr>
      </p:sp>
      <p:sp>
        <p:nvSpPr>
          <p:cNvPr id="73" name="">
            <a:extLst xmlns:a="http://schemas.openxmlformats.org/drawingml/2006/main">
              <a:ext uri="{FF2B5EF4-FFF2-40B4-BE49-F238E27FC236}">
                <a16:creationId xmlns:a16="http://schemas.microsoft.com/office/drawing/2014/main" id="{CCA944DF-5F5A-4090-83AC-FBCE1C402B83}"/>
              </a:ext>
            </a:extLst>
          </p:cNvPr>
          <p:cNvSpPr>
            <a:spLocks xmlns:a="http://schemas.openxmlformats.org/drawingml/2006/main" noGrp="1"/>
          </p:cNvSpPr>
          <p:nvPr/>
        </p:nvSpPr>
        <p:spPr>
          <a:xfrm xmlns:a="http://schemas.openxmlformats.org/drawingml/2006/main">
            <a:off x="2990850" y="4857750"/>
            <a:ext cx="2190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75" b="0" i="0">
                <a:solidFill>
                  <a:srgbClr val="475569"/>
                </a:solidFill>
                <a:latin typeface="Aptos"/>
                <a:ea typeface="Aptos"/>
                <a:cs typeface="Aptos"/>
              </a:defRPr>
            </a:pPr>
            <a:r>
              <a:rPr sz="1275" b="0" i="0">
                <a:solidFill>
                  <a:srgbClr val="475569"/>
                </a:solidFill>
                <a:latin typeface="Aptos"/>
                <a:ea typeface="Aptos"/>
                <a:cs typeface="Aptos"/>
              </a:rPr>
              <a:t>chuỗi đúng 1/2/3/4+</a:t>
            </a:r>
          </a:p>
        </p:txBody>
      </p:sp>
      <p:sp>
        <p:nvSpPr>
          <p:cNvPr id="74" name="">
            <a:extLst xmlns:a="http://schemas.openxmlformats.org/drawingml/2006/main">
              <a:ext uri="{FF2B5EF4-FFF2-40B4-BE49-F238E27FC236}">
                <a16:creationId xmlns:a16="http://schemas.microsoft.com/office/drawing/2014/main" id="{01EAB8CE-27FA-483A-AF0F-B92527D188A2}"/>
              </a:ext>
            </a:extLst>
          </p:cNvPr>
          <p:cNvSpPr>
            <a:spLocks xmlns:a="http://schemas.openxmlformats.org/drawingml/2006/main" noGrp="1"/>
          </p:cNvSpPr>
          <p:nvPr/>
        </p:nvSpPr>
        <p:spPr>
          <a:xfrm xmlns:a="http://schemas.openxmlformats.org/drawingml/2006/main">
            <a:off x="5257800" y="4857750"/>
            <a:ext cx="2343150" cy="495300"/>
          </a:xfrm>
          <a:prstGeom xmlns:a="http://schemas.openxmlformats.org/drawingml/2006/main" prst="rect">
            <a:avLst/>
          </a:prstGeom>
          <a:solidFill xmlns:a="http://schemas.openxmlformats.org/drawingml/2006/main">
            <a:srgbClr val="FFFFFF"/>
          </a:solidFill>
          <a:ln xmlns:a="http://schemas.openxmlformats.org/drawingml/2006/main" w="9525">
            <a:solidFill>
              <a:srgbClr val="E2E8F0"/>
            </a:solidFill>
            <a:prstDash val="solid"/>
          </a:ln>
        </p:spPr>
      </p:sp>
      <p:sp>
        <p:nvSpPr>
          <p:cNvPr id="75" name="">
            <a:extLst xmlns:a="http://schemas.openxmlformats.org/drawingml/2006/main">
              <a:ext uri="{FF2B5EF4-FFF2-40B4-BE49-F238E27FC236}">
                <a16:creationId xmlns:a16="http://schemas.microsoft.com/office/drawing/2014/main" id="{06C4334C-510A-467B-B39C-17758763260D}"/>
              </a:ext>
            </a:extLst>
          </p:cNvPr>
          <p:cNvSpPr>
            <a:spLocks xmlns:a="http://schemas.openxmlformats.org/drawingml/2006/main" noGrp="1"/>
          </p:cNvSpPr>
          <p:nvPr/>
        </p:nvSpPr>
        <p:spPr>
          <a:xfrm xmlns:a="http://schemas.openxmlformats.org/drawingml/2006/main">
            <a:off x="5334000" y="4857750"/>
            <a:ext cx="2190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75" b="1" i="0">
                <a:solidFill>
                  <a:srgbClr val="475569"/>
                </a:solidFill>
                <a:latin typeface="Aptos"/>
                <a:ea typeface="Aptos"/>
                <a:cs typeface="Aptos"/>
              </a:defRPr>
            </a:pPr>
            <a:r>
              <a:rPr sz="1275" b="1" i="0">
                <a:solidFill>
                  <a:srgbClr val="475569"/>
                </a:solidFill>
                <a:latin typeface="Aptos"/>
                <a:ea typeface="Aptos"/>
                <a:cs typeface="Aptos"/>
              </a:rPr>
              <a:t>14 / 30 / 60 / 90 ngày</a:t>
            </a:r>
          </a:p>
        </p:txBody>
      </p:sp>
      <p:sp>
        <p:nvSpPr>
          <p:cNvPr id="76" name="">
            <a:extLst xmlns:a="http://schemas.openxmlformats.org/drawingml/2006/main">
              <a:ext uri="{FF2B5EF4-FFF2-40B4-BE49-F238E27FC236}">
                <a16:creationId xmlns:a16="http://schemas.microsoft.com/office/drawing/2014/main" id="{BF0FF343-A6F2-496F-BC98-C0F96C950EB9}"/>
              </a:ext>
            </a:extLst>
          </p:cNvPr>
          <p:cNvSpPr>
            <a:spLocks xmlns:a="http://schemas.openxmlformats.org/drawingml/2006/main" noGrp="1"/>
          </p:cNvSpPr>
          <p:nvPr/>
        </p:nvSpPr>
        <p:spPr>
          <a:xfrm xmlns:a="http://schemas.openxmlformats.org/drawingml/2006/main">
            <a:off x="7600950" y="4857750"/>
            <a:ext cx="3219450" cy="495300"/>
          </a:xfrm>
          <a:prstGeom xmlns:a="http://schemas.openxmlformats.org/drawingml/2006/main" prst="rect">
            <a:avLst/>
          </a:prstGeom>
          <a:solidFill xmlns:a="http://schemas.openxmlformats.org/drawingml/2006/main">
            <a:srgbClr val="FFFFFF"/>
          </a:solidFill>
          <a:ln xmlns:a="http://schemas.openxmlformats.org/drawingml/2006/main" w="9525">
            <a:solidFill>
              <a:srgbClr val="E2E8F0"/>
            </a:solidFill>
            <a:prstDash val="solid"/>
          </a:ln>
        </p:spPr>
      </p:sp>
      <p:sp>
        <p:nvSpPr>
          <p:cNvPr id="77" name="">
            <a:extLst xmlns:a="http://schemas.openxmlformats.org/drawingml/2006/main">
              <a:ext uri="{FF2B5EF4-FFF2-40B4-BE49-F238E27FC236}">
                <a16:creationId xmlns:a16="http://schemas.microsoft.com/office/drawing/2014/main" id="{143B91EB-21DC-416E-BA96-2C1E5EFDF656}"/>
              </a:ext>
            </a:extLst>
          </p:cNvPr>
          <p:cNvSpPr>
            <a:spLocks xmlns:a="http://schemas.openxmlformats.org/drawingml/2006/main" noGrp="1"/>
          </p:cNvSpPr>
          <p:nvPr/>
        </p:nvSpPr>
        <p:spPr>
          <a:xfrm xmlns:a="http://schemas.openxmlformats.org/drawingml/2006/main">
            <a:off x="7677150" y="4857750"/>
            <a:ext cx="3067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275" b="0" i="0">
                <a:solidFill>
                  <a:srgbClr val="475569"/>
                </a:solidFill>
                <a:latin typeface="Aptos"/>
                <a:ea typeface="Aptos"/>
                <a:cs typeface="Aptos"/>
              </a:defRPr>
            </a:pPr>
            <a:r>
              <a:rPr sz="1275" b="0" i="0">
                <a:solidFill>
                  <a:srgbClr val="475569"/>
                </a:solidFill>
                <a:latin typeface="Aptos"/>
                <a:ea typeface="Aptos"/>
                <a:cs typeface="Aptos"/>
              </a:rPr>
              <a:t>hạ L5 • +3 ngày</a:t>
            </a:r>
          </a:p>
        </p:txBody>
      </p:sp>
      <p:sp>
        <p:nvSpPr>
          <p:cNvPr id="78" name="">
            <a:extLst xmlns:a="http://schemas.openxmlformats.org/drawingml/2006/main">
              <a:ext uri="{FF2B5EF4-FFF2-40B4-BE49-F238E27FC236}">
                <a16:creationId xmlns:a16="http://schemas.microsoft.com/office/drawing/2014/main" id="{AE548ABA-3B85-452D-9BDC-53B64986B07D}"/>
              </a:ext>
            </a:extLst>
          </p:cNvPr>
          <p:cNvSpPr>
            <a:spLocks xmlns:a="http://schemas.openxmlformats.org/drawingml/2006/main" noGrp="1"/>
          </p:cNvSpPr>
          <p:nvPr/>
        </p:nvSpPr>
        <p:spPr>
          <a:xfrm xmlns:a="http://schemas.openxmlformats.org/drawingml/2006/main">
            <a:off x="609600" y="5543550"/>
            <a:ext cx="10972800" cy="590550"/>
          </a:xfrm>
          <a:prstGeom xmlns:a="http://schemas.openxmlformats.org/drawingml/2006/main" prst="roundRect">
            <a:avLst>
              <a:gd name="adj" fmla="val 24194"/>
            </a:avLst>
          </a:prstGeom>
          <a:solidFill xmlns:a="http://schemas.openxmlformats.org/drawingml/2006/main">
            <a:srgbClr val="ECFDF5"/>
          </a:solidFill>
          <a:ln xmlns:a="http://schemas.openxmlformats.org/drawingml/2006/main" w="12383">
            <a:solidFill>
              <a:srgbClr val="6EE7B7"/>
            </a:solidFill>
            <a:prstDash val="solid"/>
          </a:ln>
        </p:spPr>
      </p:sp>
      <p:sp>
        <p:nvSpPr>
          <p:cNvPr id="79" name="">
            <a:extLst xmlns:a="http://schemas.openxmlformats.org/drawingml/2006/main">
              <a:ext uri="{FF2B5EF4-FFF2-40B4-BE49-F238E27FC236}">
                <a16:creationId xmlns:a16="http://schemas.microsoft.com/office/drawing/2014/main" id="{73222FB3-700E-495D-A8EF-2947F8DAE7D0}"/>
              </a:ext>
            </a:extLst>
          </p:cNvPr>
          <p:cNvSpPr>
            <a:spLocks xmlns:a="http://schemas.openxmlformats.org/drawingml/2006/main" noGrp="1"/>
          </p:cNvSpPr>
          <p:nvPr/>
        </p:nvSpPr>
        <p:spPr>
          <a:xfrm xmlns:a="http://schemas.openxmlformats.org/drawingml/2006/main">
            <a:off x="838200" y="5543550"/>
            <a:ext cx="105156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650" b="1" i="0">
                <a:solidFill>
                  <a:srgbClr val="059669"/>
                </a:solidFill>
                <a:latin typeface="Aptos"/>
                <a:ea typeface="Aptos"/>
                <a:cs typeface="Aptos"/>
              </a:defRPr>
            </a:pPr>
            <a:r>
              <a:rPr sz="1650" b="1" i="0">
                <a:solidFill>
                  <a:srgbClr val="059669"/>
                </a:solidFill>
                <a:latin typeface="Aptos"/>
                <a:ea typeface="Aptos"/>
                <a:cs typeface="Aptos"/>
              </a:rPr>
              <a:t>Persist attempt → cập nhật level + correct turns + nextReviewAt; trả lời sai reset chuỗi đúng</a:t>
            </a:r>
          </a:p>
        </p:txBody>
      </p:sp>
    </p:spTree>
    <p:extLst>
      <p:ext uri="{BB962C8B-B14F-4D97-AF65-F5344CB8AC3E}">
        <p14:creationId xmlns:p14="http://schemas.microsoft.com/office/powerpoint/2010/main" val="1599769378"/>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0" name="">
            <a:extLst xmlns:a="http://schemas.openxmlformats.org/drawingml/2006/main">
              <a:ext uri="{FF2B5EF4-FFF2-40B4-BE49-F238E27FC236}">
                <a16:creationId xmlns:a16="http://schemas.microsoft.com/office/drawing/2014/main" id="{5A5AC241-C074-4A34-A677-7FB50CBD5C69}"/>
              </a:ext>
            </a:extLst>
          </p:cNvPr>
          <p:cNvSpPr>
            <a:spLocks xmlns:a="http://schemas.openxmlformats.org/drawingml/2006/main" noGrp="1"/>
          </p:cNvSpPr>
          <p:nvPr/>
        </p:nvSpPr>
        <p:spPr>
          <a:xfrm xmlns:a="http://schemas.openxmlformats.org/drawingml/2006/main">
            <a:off x="609600" y="285750"/>
            <a:ext cx="1809750" cy="323850"/>
          </a:xfrm>
          <a:prstGeom xmlns:a="http://schemas.openxmlformats.org/drawingml/2006/main" prst="roundRect">
            <a:avLst>
              <a:gd name="adj" fmla="val 50000"/>
            </a:avLst>
          </a:prstGeom>
          <a:solidFill xmlns:a="http://schemas.openxmlformats.org/drawingml/2006/main">
            <a:srgbClr val="EFF6FF"/>
          </a:solidFill>
          <a:ln xmlns:a="http://schemas.openxmlformats.org/drawingml/2006/main" w="9525">
            <a:solidFill>
              <a:srgbClr val="EFF6FF"/>
            </a:solidFill>
            <a:prstDash val="solid"/>
          </a:ln>
        </p:spPr>
      </p:sp>
      <p:sp>
        <p:nvSpPr>
          <p:cNvPr id="2" name="">
            <a:extLst xmlns:a="http://schemas.openxmlformats.org/drawingml/2006/main">
              <a:ext uri="{FF2B5EF4-FFF2-40B4-BE49-F238E27FC236}">
                <a16:creationId xmlns:a16="http://schemas.microsoft.com/office/drawing/2014/main" id="{2A5C7377-AEE5-4238-B188-BA6C4122C59A}"/>
              </a:ext>
            </a:extLst>
          </p:cNvPr>
          <p:cNvSpPr>
            <a:spLocks xmlns:a="http://schemas.openxmlformats.org/drawingml/2006/main" noGrp="1"/>
          </p:cNvSpPr>
          <p:nvPr/>
        </p:nvSpPr>
        <p:spPr>
          <a:xfrm xmlns:a="http://schemas.openxmlformats.org/drawingml/2006/main">
            <a:off x="609600" y="295275"/>
            <a:ext cx="1809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350" b="1" i="0">
                <a:solidFill>
                  <a:srgbClr val="2563EB"/>
                </a:solidFill>
                <a:latin typeface="Aptos"/>
                <a:ea typeface="Aptos"/>
                <a:cs typeface="Aptos"/>
              </a:defRPr>
            </a:pPr>
            <a:r>
              <a:rPr sz="1350" b="1" i="0">
                <a:solidFill>
                  <a:srgbClr val="2563EB"/>
                </a:solidFill>
                <a:latin typeface="Aptos"/>
                <a:ea typeface="Aptos"/>
                <a:cs typeface="Aptos"/>
              </a:rPr>
              <a:t>LISTEN &amp; TYPE</a:t>
            </a:r>
          </a:p>
        </p:txBody>
      </p:sp>
      <p:sp>
        <p:nvSpPr>
          <p:cNvPr id="3" name="">
            <a:extLst xmlns:a="http://schemas.openxmlformats.org/drawingml/2006/main">
              <a:ext uri="{FF2B5EF4-FFF2-40B4-BE49-F238E27FC236}">
                <a16:creationId xmlns:a16="http://schemas.microsoft.com/office/drawing/2014/main" id="{CFE6C705-7B2E-4724-9383-7199CB2C09E6}"/>
              </a:ext>
            </a:extLst>
          </p:cNvPr>
          <p:cNvSpPr>
            <a:spLocks xmlns:a="http://schemas.openxmlformats.org/drawingml/2006/main" noGrp="1"/>
          </p:cNvSpPr>
          <p:nvPr/>
        </p:nvSpPr>
        <p:spPr>
          <a:xfrm xmlns:a="http://schemas.openxmlformats.org/drawingml/2006/main">
            <a:off x="609600" y="742950"/>
            <a:ext cx="109728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3600" b="1" i="0">
                <a:solidFill>
                  <a:srgbClr val="0B1F3A"/>
                </a:solidFill>
                <a:latin typeface="Aptos"/>
                <a:ea typeface="Aptos"/>
                <a:cs typeface="Aptos"/>
              </a:defRPr>
            </a:pPr>
            <a:r>
              <a:rPr sz="3600" b="1" i="0">
                <a:solidFill>
                  <a:srgbClr val="0B1F3A"/>
                </a:solidFill>
                <a:latin typeface="Aptos"/>
                <a:ea typeface="Aptos"/>
                <a:cs typeface="Aptos"/>
              </a:rPr>
              <a:t>Listen-and-Type: challenge có thể theo dõi</a:t>
            </a:r>
          </a:p>
        </p:txBody>
      </p:sp>
      <p:sp>
        <p:nvSpPr>
          <p:cNvPr id="4" name="">
            <a:extLst xmlns:a="http://schemas.openxmlformats.org/drawingml/2006/main">
              <a:ext uri="{FF2B5EF4-FFF2-40B4-BE49-F238E27FC236}">
                <a16:creationId xmlns:a16="http://schemas.microsoft.com/office/drawing/2014/main" id="{5466EC6F-C3A5-4979-A16B-0B919165AF49}"/>
              </a:ext>
            </a:extLst>
          </p:cNvPr>
          <p:cNvSpPr>
            <a:spLocks xmlns:a="http://schemas.openxmlformats.org/drawingml/2006/main" noGrp="1"/>
          </p:cNvSpPr>
          <p:nvPr/>
        </p:nvSpPr>
        <p:spPr>
          <a:xfrm xmlns:a="http://schemas.openxmlformats.org/drawingml/2006/main">
            <a:off x="609600" y="1495425"/>
            <a:ext cx="10972800" cy="19050"/>
          </a:xfrm>
          <a:prstGeom xmlns:a="http://schemas.openxmlformats.org/drawingml/2006/main" prst="rect">
            <a:avLst/>
          </a:prstGeom>
          <a:solidFill xmlns:a="http://schemas.openxmlformats.org/drawingml/2006/main">
            <a:srgbClr val="E2E8F0"/>
          </a:solidFill>
          <a:ln xmlns:a="http://schemas.openxmlformats.org/drawingml/2006/main" w="0">
            <a:solidFill>
              <a:srgbClr val="E2E8F0"/>
            </a:solidFill>
            <a:prstDash val="solid"/>
          </a:ln>
        </p:spPr>
      </p:sp>
      <p:sp>
        <p:nvSpPr>
          <p:cNvPr id="5" name="">
            <a:extLst xmlns:a="http://schemas.openxmlformats.org/drawingml/2006/main">
              <a:ext uri="{FF2B5EF4-FFF2-40B4-BE49-F238E27FC236}">
                <a16:creationId xmlns:a16="http://schemas.microsoft.com/office/drawing/2014/main" id="{0EAA55F3-C100-4B21-A46E-10CF700D76E1}"/>
              </a:ext>
            </a:extLst>
          </p:cNvPr>
          <p:cNvSpPr>
            <a:spLocks xmlns:a="http://schemas.openxmlformats.org/drawingml/2006/main" noGrp="1"/>
          </p:cNvSpPr>
          <p:nvPr/>
        </p:nvSpPr>
        <p:spPr>
          <a:xfrm xmlns:a="http://schemas.openxmlformats.org/drawingml/2006/main">
            <a:off x="609600" y="1495425"/>
            <a:ext cx="1143000" cy="38100"/>
          </a:xfrm>
          <a:prstGeom xmlns:a="http://schemas.openxmlformats.org/drawingml/2006/main" prst="rect">
            <a:avLst/>
          </a:prstGeom>
          <a:solidFill xmlns:a="http://schemas.openxmlformats.org/drawingml/2006/main">
            <a:srgbClr val="2563EB"/>
          </a:solidFill>
          <a:ln xmlns:a="http://schemas.openxmlformats.org/drawingml/2006/main" w="0">
            <a:solidFill>
              <a:srgbClr val="2563EB"/>
            </a:solidFill>
            <a:prstDash val="solid"/>
          </a:ln>
        </p:spPr>
      </p:sp>
      <p:sp>
        <p:nvSpPr>
          <p:cNvPr id="6" name="">
            <a:extLst xmlns:a="http://schemas.openxmlformats.org/drawingml/2006/main">
              <a:ext uri="{FF2B5EF4-FFF2-40B4-BE49-F238E27FC236}">
                <a16:creationId xmlns:a16="http://schemas.microsoft.com/office/drawing/2014/main" id="{DC8D8B1B-D13C-4203-86F4-03409F9CE353}"/>
              </a:ext>
            </a:extLst>
          </p:cNvPr>
          <p:cNvSpPr>
            <a:spLocks xmlns:a="http://schemas.openxmlformats.org/drawingml/2006/main" noGrp="1"/>
          </p:cNvSpPr>
          <p:nvPr/>
        </p:nvSpPr>
        <p:spPr>
          <a:xfrm xmlns:a="http://schemas.openxmlformats.org/drawingml/2006/main">
            <a:off x="609600" y="6543675"/>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1" i="0">
                <a:solidFill>
                  <a:srgbClr val="94A3B8"/>
                </a:solidFill>
                <a:latin typeface="Aptos"/>
                <a:ea typeface="Aptos"/>
                <a:cs typeface="Aptos"/>
              </a:defRPr>
            </a:pPr>
            <a:r>
              <a:rPr sz="1125" b="1" i="0">
                <a:solidFill>
                  <a:srgbClr val="94A3B8"/>
                </a:solidFill>
                <a:latin typeface="Aptos"/>
                <a:ea typeface="Aptos"/>
                <a:cs typeface="Aptos"/>
              </a:rPr>
              <a:t>VOCAB APP  •  ĐỒ ÁN KHÓA LUẬN</a:t>
            </a:r>
          </a:p>
        </p:txBody>
      </p:sp>
      <p:sp>
        <p:nvSpPr>
          <p:cNvPr id="7" name="">
            <a:extLst xmlns:a="http://schemas.openxmlformats.org/drawingml/2006/main">
              <a:ext uri="{FF2B5EF4-FFF2-40B4-BE49-F238E27FC236}">
                <a16:creationId xmlns:a16="http://schemas.microsoft.com/office/drawing/2014/main" id="{F3E392E7-C99E-4900-AF60-6366BE68939E}"/>
              </a:ext>
            </a:extLst>
          </p:cNvPr>
          <p:cNvSpPr>
            <a:spLocks xmlns:a="http://schemas.openxmlformats.org/drawingml/2006/main" noGrp="1"/>
          </p:cNvSpPr>
          <p:nvPr/>
        </p:nvSpPr>
        <p:spPr>
          <a:xfrm xmlns:a="http://schemas.openxmlformats.org/drawingml/2006/main">
            <a:off x="11144250" y="6486525"/>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1" i="0">
                <a:solidFill>
                  <a:srgbClr val="64748B"/>
                </a:solidFill>
                <a:latin typeface="Aptos"/>
                <a:ea typeface="Aptos"/>
                <a:cs typeface="Aptos"/>
              </a:defRPr>
            </a:pPr>
            <a:r>
              <a:rPr sz="1350" b="1" i="0">
                <a:solidFill>
                  <a:srgbClr val="64748B"/>
                </a:solidFill>
                <a:latin typeface="Aptos"/>
                <a:ea typeface="Aptos"/>
                <a:cs typeface="Aptos"/>
              </a:rPr>
              <a:t>12</a:t>
            </a:r>
          </a:p>
        </p:txBody>
      </p:sp>
      <p:sp>
        <p:nvSpPr>
          <p:cNvPr id="8" name="">
            <a:extLst xmlns:a="http://schemas.openxmlformats.org/drawingml/2006/main">
              <a:ext uri="{FF2B5EF4-FFF2-40B4-BE49-F238E27FC236}">
                <a16:creationId xmlns:a16="http://schemas.microsoft.com/office/drawing/2014/main" id="{DBD97460-2440-4FD3-909E-731523E9F870}"/>
              </a:ext>
            </a:extLst>
          </p:cNvPr>
          <p:cNvSpPr>
            <a:spLocks xmlns:a="http://schemas.openxmlformats.org/drawingml/2006/main" noGrp="1"/>
          </p:cNvSpPr>
          <p:nvPr/>
        </p:nvSpPr>
        <p:spPr>
          <a:xfrm xmlns:a="http://schemas.openxmlformats.org/drawingml/2006/main">
            <a:off x="609600" y="2362200"/>
            <a:ext cx="1562100" cy="1371600"/>
          </a:xfrm>
          <a:prstGeom xmlns:a="http://schemas.openxmlformats.org/drawingml/2006/main" prst="roundRect">
            <a:avLst>
              <a:gd name="adj" fmla="val 11111"/>
            </a:avLst>
          </a:prstGeom>
          <a:solidFill xmlns:a="http://schemas.openxmlformats.org/drawingml/2006/main">
            <a:srgbClr val="F8FAFC"/>
          </a:solidFill>
          <a:ln xmlns:a="http://schemas.openxmlformats.org/drawingml/2006/main" w="13335">
            <a:solidFill>
              <a:srgbClr val="E2E8F0"/>
            </a:solidFill>
            <a:prstDash val="solid"/>
          </a:ln>
        </p:spPr>
      </p:sp>
      <p:sp>
        <p:nvSpPr>
          <p:cNvPr id="9" name="">
            <a:extLst xmlns:a="http://schemas.openxmlformats.org/drawingml/2006/main">
              <a:ext uri="{FF2B5EF4-FFF2-40B4-BE49-F238E27FC236}">
                <a16:creationId xmlns:a16="http://schemas.microsoft.com/office/drawing/2014/main" id="{ABE9296F-C63C-4CA1-9BD1-C82CD4163627}"/>
              </a:ext>
            </a:extLst>
          </p:cNvPr>
          <p:cNvSpPr>
            <a:spLocks xmlns:a="http://schemas.openxmlformats.org/drawingml/2006/main" noGrp="1"/>
          </p:cNvSpPr>
          <p:nvPr/>
        </p:nvSpPr>
        <p:spPr>
          <a:xfrm xmlns:a="http://schemas.openxmlformats.org/drawingml/2006/main">
            <a:off x="1200150" y="2571750"/>
            <a:ext cx="381000" cy="381000"/>
          </a:xfrm>
          <a:prstGeom xmlns:a="http://schemas.openxmlformats.org/drawingml/2006/main" prst="ellipse">
            <a:avLst/>
          </a:prstGeom>
          <a:solidFill xmlns:a="http://schemas.openxmlformats.org/drawingml/2006/main">
            <a:srgbClr val="0B1F3A"/>
          </a:solidFill>
          <a:ln xmlns:a="http://schemas.openxmlformats.org/drawingml/2006/main" w="9525">
            <a:solidFill>
              <a:srgbClr val="0B1F3A"/>
            </a:solidFill>
            <a:prstDash val="solid"/>
          </a:ln>
        </p:spPr>
      </p:sp>
      <p:sp>
        <p:nvSpPr>
          <p:cNvPr id="10" name="">
            <a:extLst xmlns:a="http://schemas.openxmlformats.org/drawingml/2006/main">
              <a:ext uri="{FF2B5EF4-FFF2-40B4-BE49-F238E27FC236}">
                <a16:creationId xmlns:a16="http://schemas.microsoft.com/office/drawing/2014/main" id="{7055AF5B-C02F-4D8E-A84C-F8052D2C19D5}"/>
              </a:ext>
            </a:extLst>
          </p:cNvPr>
          <p:cNvSpPr>
            <a:spLocks xmlns:a="http://schemas.openxmlformats.org/drawingml/2006/main" noGrp="1"/>
          </p:cNvSpPr>
          <p:nvPr/>
        </p:nvSpPr>
        <p:spPr>
          <a:xfrm xmlns:a="http://schemas.openxmlformats.org/drawingml/2006/main">
            <a:off x="1200150" y="25717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350" b="1" i="0">
                <a:solidFill>
                  <a:srgbClr val="FFFFFF"/>
                </a:solidFill>
                <a:latin typeface="Aptos"/>
                <a:ea typeface="Aptos"/>
                <a:cs typeface="Aptos"/>
              </a:defRPr>
            </a:pPr>
            <a:r>
              <a:rPr sz="1350" b="1" i="0">
                <a:solidFill>
                  <a:srgbClr val="FFFFFF"/>
                </a:solidFill>
                <a:latin typeface="Aptos"/>
                <a:ea typeface="Aptos"/>
                <a:cs typeface="Aptos"/>
              </a:rPr>
              <a:t>1</a:t>
            </a:r>
          </a:p>
        </p:txBody>
      </p:sp>
      <p:sp>
        <p:nvSpPr>
          <p:cNvPr id="11" name="">
            <a:extLst xmlns:a="http://schemas.openxmlformats.org/drawingml/2006/main">
              <a:ext uri="{FF2B5EF4-FFF2-40B4-BE49-F238E27FC236}">
                <a16:creationId xmlns:a16="http://schemas.microsoft.com/office/drawing/2014/main" id="{C50EACD1-BCB8-4112-872E-4D9C51E6628B}"/>
              </a:ext>
            </a:extLst>
          </p:cNvPr>
          <p:cNvSpPr>
            <a:spLocks xmlns:a="http://schemas.openxmlformats.org/drawingml/2006/main" noGrp="1"/>
          </p:cNvSpPr>
          <p:nvPr/>
        </p:nvSpPr>
        <p:spPr>
          <a:xfrm xmlns:a="http://schemas.openxmlformats.org/drawingml/2006/main">
            <a:off x="723900" y="3067050"/>
            <a:ext cx="1333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75" b="1" i="0">
                <a:solidFill>
                  <a:srgbClr val="0B1F3A"/>
                </a:solidFill>
                <a:latin typeface="Aptos"/>
                <a:ea typeface="Aptos"/>
                <a:cs typeface="Aptos"/>
              </a:defRPr>
            </a:pPr>
            <a:r>
              <a:rPr sz="1575" b="1" i="0">
                <a:solidFill>
                  <a:srgbClr val="0B1F3A"/>
                </a:solidFill>
                <a:latin typeface="Aptos"/>
                <a:ea typeface="Aptos"/>
                <a:cs typeface="Aptos"/>
              </a:rPr>
              <a:t>Danh mục</a:t>
            </a:r>
          </a:p>
        </p:txBody>
      </p:sp>
      <p:sp>
        <p:nvSpPr>
          <p:cNvPr id="12" name="">
            <a:extLst xmlns:a="http://schemas.openxmlformats.org/drawingml/2006/main">
              <a:ext uri="{FF2B5EF4-FFF2-40B4-BE49-F238E27FC236}">
                <a16:creationId xmlns:a16="http://schemas.microsoft.com/office/drawing/2014/main" id="{D97EFA08-2B25-406C-B687-309BCACF1CF6}"/>
              </a:ext>
            </a:extLst>
          </p:cNvPr>
          <p:cNvSpPr>
            <a:spLocks xmlns:a="http://schemas.openxmlformats.org/drawingml/2006/main" noGrp="1"/>
          </p:cNvSpPr>
          <p:nvPr/>
        </p:nvSpPr>
        <p:spPr>
          <a:xfrm xmlns:a="http://schemas.openxmlformats.org/drawingml/2006/main">
            <a:off x="723900" y="3409950"/>
            <a:ext cx="1333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275" b="0" i="0">
                <a:solidFill>
                  <a:srgbClr val="64748B"/>
                </a:solidFill>
                <a:latin typeface="Aptos Mono"/>
                <a:ea typeface="Aptos Mono"/>
                <a:cs typeface="Aptos Mono"/>
              </a:defRPr>
            </a:pPr>
            <a:r>
              <a:rPr sz="1275" b="0" i="0">
                <a:solidFill>
                  <a:srgbClr val="64748B"/>
                </a:solidFill>
                <a:latin typeface="Aptos Mono"/>
                <a:ea typeface="Aptos Mono"/>
                <a:cs typeface="Aptos Mono"/>
              </a:rPr>
              <a:t>category</a:t>
            </a:r>
          </a:p>
        </p:txBody>
      </p:sp>
      <p:sp>
        <p:nvSpPr>
          <p:cNvPr id="13" name="">
            <a:extLst xmlns:a="http://schemas.openxmlformats.org/drawingml/2006/main">
              <a:ext uri="{FF2B5EF4-FFF2-40B4-BE49-F238E27FC236}">
                <a16:creationId xmlns:a16="http://schemas.microsoft.com/office/drawing/2014/main" id="{97C139AF-8E4B-4DF6-9356-8CF0DBF0A1B9}"/>
              </a:ext>
            </a:extLst>
          </p:cNvPr>
          <p:cNvSpPr>
            <a:spLocks xmlns:a="http://schemas.openxmlformats.org/drawingml/2006/main" noGrp="1"/>
          </p:cNvSpPr>
          <p:nvPr/>
        </p:nvSpPr>
        <p:spPr>
          <a:xfrm xmlns:a="http://schemas.openxmlformats.org/drawingml/2006/main">
            <a:off x="2457450" y="2362200"/>
            <a:ext cx="1562100" cy="1371600"/>
          </a:xfrm>
          <a:prstGeom xmlns:a="http://schemas.openxmlformats.org/drawingml/2006/main" prst="roundRect">
            <a:avLst>
              <a:gd name="adj" fmla="val 11111"/>
            </a:avLst>
          </a:prstGeom>
          <a:solidFill xmlns:a="http://schemas.openxmlformats.org/drawingml/2006/main">
            <a:srgbClr val="F8FAFC"/>
          </a:solidFill>
          <a:ln xmlns:a="http://schemas.openxmlformats.org/drawingml/2006/main" w="13335">
            <a:solidFill>
              <a:srgbClr val="E2E8F0"/>
            </a:solidFill>
            <a:prstDash val="solid"/>
          </a:ln>
        </p:spPr>
      </p:sp>
      <p:sp>
        <p:nvSpPr>
          <p:cNvPr id="14" name="">
            <a:extLst xmlns:a="http://schemas.openxmlformats.org/drawingml/2006/main">
              <a:ext uri="{FF2B5EF4-FFF2-40B4-BE49-F238E27FC236}">
                <a16:creationId xmlns:a16="http://schemas.microsoft.com/office/drawing/2014/main" id="{6C021F5F-7EE6-42B4-955B-33E0AD37BADA}"/>
              </a:ext>
            </a:extLst>
          </p:cNvPr>
          <p:cNvSpPr>
            <a:spLocks xmlns:a="http://schemas.openxmlformats.org/drawingml/2006/main" noGrp="1"/>
          </p:cNvSpPr>
          <p:nvPr/>
        </p:nvSpPr>
        <p:spPr>
          <a:xfrm xmlns:a="http://schemas.openxmlformats.org/drawingml/2006/main">
            <a:off x="3048000" y="2571750"/>
            <a:ext cx="381000" cy="381000"/>
          </a:xfrm>
          <a:prstGeom xmlns:a="http://schemas.openxmlformats.org/drawingml/2006/main" prst="ellipse">
            <a:avLst/>
          </a:prstGeom>
          <a:solidFill xmlns:a="http://schemas.openxmlformats.org/drawingml/2006/main">
            <a:srgbClr val="0B1F3A"/>
          </a:solidFill>
          <a:ln xmlns:a="http://schemas.openxmlformats.org/drawingml/2006/main" w="9525">
            <a:solidFill>
              <a:srgbClr val="0B1F3A"/>
            </a:solidFill>
            <a:prstDash val="solid"/>
          </a:ln>
        </p:spPr>
      </p:sp>
      <p:sp>
        <p:nvSpPr>
          <p:cNvPr id="15" name="">
            <a:extLst xmlns:a="http://schemas.openxmlformats.org/drawingml/2006/main">
              <a:ext uri="{FF2B5EF4-FFF2-40B4-BE49-F238E27FC236}">
                <a16:creationId xmlns:a16="http://schemas.microsoft.com/office/drawing/2014/main" id="{95D98163-C8B0-417C-A166-8A09AC53D9A0}"/>
              </a:ext>
            </a:extLst>
          </p:cNvPr>
          <p:cNvSpPr>
            <a:spLocks xmlns:a="http://schemas.openxmlformats.org/drawingml/2006/main" noGrp="1"/>
          </p:cNvSpPr>
          <p:nvPr/>
        </p:nvSpPr>
        <p:spPr>
          <a:xfrm xmlns:a="http://schemas.openxmlformats.org/drawingml/2006/main">
            <a:off x="3048000" y="25717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350" b="1" i="0">
                <a:solidFill>
                  <a:srgbClr val="FFFFFF"/>
                </a:solidFill>
                <a:latin typeface="Aptos"/>
                <a:ea typeface="Aptos"/>
                <a:cs typeface="Aptos"/>
              </a:defRPr>
            </a:pPr>
            <a:r>
              <a:rPr sz="1350" b="1" i="0">
                <a:solidFill>
                  <a:srgbClr val="FFFFFF"/>
                </a:solidFill>
                <a:latin typeface="Aptos"/>
                <a:ea typeface="Aptos"/>
                <a:cs typeface="Aptos"/>
              </a:rPr>
              <a:t>2</a:t>
            </a:r>
          </a:p>
        </p:txBody>
      </p:sp>
      <p:sp>
        <p:nvSpPr>
          <p:cNvPr id="16" name="">
            <a:extLst xmlns:a="http://schemas.openxmlformats.org/drawingml/2006/main">
              <a:ext uri="{FF2B5EF4-FFF2-40B4-BE49-F238E27FC236}">
                <a16:creationId xmlns:a16="http://schemas.microsoft.com/office/drawing/2014/main" id="{1C517A97-6619-4A3B-B42E-5F3B4D67C4C3}"/>
              </a:ext>
            </a:extLst>
          </p:cNvPr>
          <p:cNvSpPr>
            <a:spLocks xmlns:a="http://schemas.openxmlformats.org/drawingml/2006/main" noGrp="1"/>
          </p:cNvSpPr>
          <p:nvPr/>
        </p:nvSpPr>
        <p:spPr>
          <a:xfrm xmlns:a="http://schemas.openxmlformats.org/drawingml/2006/main">
            <a:off x="2571750" y="3067050"/>
            <a:ext cx="1333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75" b="1" i="0">
                <a:solidFill>
                  <a:srgbClr val="0B1F3A"/>
                </a:solidFill>
                <a:latin typeface="Aptos"/>
                <a:ea typeface="Aptos"/>
                <a:cs typeface="Aptos"/>
              </a:defRPr>
            </a:pPr>
            <a:r>
              <a:rPr sz="1575" b="1" i="0">
                <a:solidFill>
                  <a:srgbClr val="0B1F3A"/>
                </a:solidFill>
                <a:latin typeface="Aptos"/>
                <a:ea typeface="Aptos"/>
                <a:cs typeface="Aptos"/>
              </a:rPr>
              <a:t>Chủ đề</a:t>
            </a:r>
          </a:p>
        </p:txBody>
      </p:sp>
      <p:sp>
        <p:nvSpPr>
          <p:cNvPr id="17" name="">
            <a:extLst xmlns:a="http://schemas.openxmlformats.org/drawingml/2006/main">
              <a:ext uri="{FF2B5EF4-FFF2-40B4-BE49-F238E27FC236}">
                <a16:creationId xmlns:a16="http://schemas.microsoft.com/office/drawing/2014/main" id="{30452A08-2A3E-479C-BD0F-3F108F1E5F41}"/>
              </a:ext>
            </a:extLst>
          </p:cNvPr>
          <p:cNvSpPr>
            <a:spLocks xmlns:a="http://schemas.openxmlformats.org/drawingml/2006/main" noGrp="1"/>
          </p:cNvSpPr>
          <p:nvPr/>
        </p:nvSpPr>
        <p:spPr>
          <a:xfrm xmlns:a="http://schemas.openxmlformats.org/drawingml/2006/main">
            <a:off x="2571750" y="3409950"/>
            <a:ext cx="1333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275" b="0" i="0">
                <a:solidFill>
                  <a:srgbClr val="64748B"/>
                </a:solidFill>
                <a:latin typeface="Aptos Mono"/>
                <a:ea typeface="Aptos Mono"/>
                <a:cs typeface="Aptos Mono"/>
              </a:defRPr>
            </a:pPr>
            <a:r>
              <a:rPr sz="1275" b="0" i="0">
                <a:solidFill>
                  <a:srgbClr val="64748B"/>
                </a:solidFill>
                <a:latin typeface="Aptos Mono"/>
                <a:ea typeface="Aptos Mono"/>
                <a:cs typeface="Aptos Mono"/>
              </a:rPr>
              <a:t>subcategory</a:t>
            </a:r>
          </a:p>
        </p:txBody>
      </p:sp>
      <p:sp>
        <p:nvSpPr>
          <p:cNvPr id="18" name="">
            <a:extLst xmlns:a="http://schemas.openxmlformats.org/drawingml/2006/main">
              <a:ext uri="{FF2B5EF4-FFF2-40B4-BE49-F238E27FC236}">
                <a16:creationId xmlns:a16="http://schemas.microsoft.com/office/drawing/2014/main" id="{BE98140D-F081-48E3-A169-52642907CFE3}"/>
              </a:ext>
            </a:extLst>
          </p:cNvPr>
          <p:cNvSpPr>
            <a:spLocks xmlns:a="http://schemas.openxmlformats.org/drawingml/2006/main" noGrp="1"/>
          </p:cNvSpPr>
          <p:nvPr/>
        </p:nvSpPr>
        <p:spPr>
          <a:xfrm xmlns:a="http://schemas.openxmlformats.org/drawingml/2006/main">
            <a:off x="4305300" y="2362200"/>
            <a:ext cx="1562100" cy="1371600"/>
          </a:xfrm>
          <a:prstGeom xmlns:a="http://schemas.openxmlformats.org/drawingml/2006/main" prst="roundRect">
            <a:avLst>
              <a:gd name="adj" fmla="val 11111"/>
            </a:avLst>
          </a:prstGeom>
          <a:solidFill xmlns:a="http://schemas.openxmlformats.org/drawingml/2006/main">
            <a:srgbClr val="F8FAFC"/>
          </a:solidFill>
          <a:ln xmlns:a="http://schemas.openxmlformats.org/drawingml/2006/main" w="13335">
            <a:solidFill>
              <a:srgbClr val="E2E8F0"/>
            </a:solidFill>
            <a:prstDash val="solid"/>
          </a:ln>
        </p:spPr>
      </p:sp>
      <p:sp>
        <p:nvSpPr>
          <p:cNvPr id="19" name="">
            <a:extLst xmlns:a="http://schemas.openxmlformats.org/drawingml/2006/main">
              <a:ext uri="{FF2B5EF4-FFF2-40B4-BE49-F238E27FC236}">
                <a16:creationId xmlns:a16="http://schemas.microsoft.com/office/drawing/2014/main" id="{FE66C1C7-F1D9-40C8-8F11-44F85F81B288}"/>
              </a:ext>
            </a:extLst>
          </p:cNvPr>
          <p:cNvSpPr>
            <a:spLocks xmlns:a="http://schemas.openxmlformats.org/drawingml/2006/main" noGrp="1"/>
          </p:cNvSpPr>
          <p:nvPr/>
        </p:nvSpPr>
        <p:spPr>
          <a:xfrm xmlns:a="http://schemas.openxmlformats.org/drawingml/2006/main">
            <a:off x="4895850" y="2571750"/>
            <a:ext cx="381000" cy="381000"/>
          </a:xfrm>
          <a:prstGeom xmlns:a="http://schemas.openxmlformats.org/drawingml/2006/main" prst="ellipse">
            <a:avLst/>
          </a:prstGeom>
          <a:solidFill xmlns:a="http://schemas.openxmlformats.org/drawingml/2006/main">
            <a:srgbClr val="0B1F3A"/>
          </a:solidFill>
          <a:ln xmlns:a="http://schemas.openxmlformats.org/drawingml/2006/main" w="9525">
            <a:solidFill>
              <a:srgbClr val="0B1F3A"/>
            </a:solidFill>
            <a:prstDash val="solid"/>
          </a:ln>
        </p:spPr>
      </p:sp>
      <p:sp>
        <p:nvSpPr>
          <p:cNvPr id="20" name="">
            <a:extLst xmlns:a="http://schemas.openxmlformats.org/drawingml/2006/main">
              <a:ext uri="{FF2B5EF4-FFF2-40B4-BE49-F238E27FC236}">
                <a16:creationId xmlns:a16="http://schemas.microsoft.com/office/drawing/2014/main" id="{62C6CE26-7E94-4452-A601-49072B90A4CC}"/>
              </a:ext>
            </a:extLst>
          </p:cNvPr>
          <p:cNvSpPr>
            <a:spLocks xmlns:a="http://schemas.openxmlformats.org/drawingml/2006/main" noGrp="1"/>
          </p:cNvSpPr>
          <p:nvPr/>
        </p:nvSpPr>
        <p:spPr>
          <a:xfrm xmlns:a="http://schemas.openxmlformats.org/drawingml/2006/main">
            <a:off x="4895850" y="25717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350" b="1" i="0">
                <a:solidFill>
                  <a:srgbClr val="FFFFFF"/>
                </a:solidFill>
                <a:latin typeface="Aptos"/>
                <a:ea typeface="Aptos"/>
                <a:cs typeface="Aptos"/>
              </a:defRPr>
            </a:pPr>
            <a:r>
              <a:rPr sz="1350" b="1" i="0">
                <a:solidFill>
                  <a:srgbClr val="FFFFFF"/>
                </a:solidFill>
                <a:latin typeface="Aptos"/>
                <a:ea typeface="Aptos"/>
                <a:cs typeface="Aptos"/>
              </a:rPr>
              <a:t>3</a:t>
            </a:r>
          </a:p>
        </p:txBody>
      </p:sp>
      <p:sp>
        <p:nvSpPr>
          <p:cNvPr id="21" name="">
            <a:extLst xmlns:a="http://schemas.openxmlformats.org/drawingml/2006/main">
              <a:ext uri="{FF2B5EF4-FFF2-40B4-BE49-F238E27FC236}">
                <a16:creationId xmlns:a16="http://schemas.microsoft.com/office/drawing/2014/main" id="{084377B9-29AF-4986-8E49-3AE324A7BB6E}"/>
              </a:ext>
            </a:extLst>
          </p:cNvPr>
          <p:cNvSpPr>
            <a:spLocks xmlns:a="http://schemas.openxmlformats.org/drawingml/2006/main" noGrp="1"/>
          </p:cNvSpPr>
          <p:nvPr/>
        </p:nvSpPr>
        <p:spPr>
          <a:xfrm xmlns:a="http://schemas.openxmlformats.org/drawingml/2006/main">
            <a:off x="4419600" y="3067050"/>
            <a:ext cx="1333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75" b="1" i="0">
                <a:solidFill>
                  <a:srgbClr val="0B1F3A"/>
                </a:solidFill>
                <a:latin typeface="Aptos"/>
                <a:ea typeface="Aptos"/>
                <a:cs typeface="Aptos"/>
              </a:defRPr>
            </a:pPr>
            <a:r>
              <a:rPr sz="1575" b="1" i="0">
                <a:solidFill>
                  <a:srgbClr val="0B1F3A"/>
                </a:solidFill>
                <a:latin typeface="Aptos"/>
                <a:ea typeface="Aptos"/>
                <a:cs typeface="Aptos"/>
              </a:rPr>
              <a:t>Bài học</a:t>
            </a:r>
          </a:p>
        </p:txBody>
      </p:sp>
      <p:sp>
        <p:nvSpPr>
          <p:cNvPr id="22" name="">
            <a:extLst xmlns:a="http://schemas.openxmlformats.org/drawingml/2006/main">
              <a:ext uri="{FF2B5EF4-FFF2-40B4-BE49-F238E27FC236}">
                <a16:creationId xmlns:a16="http://schemas.microsoft.com/office/drawing/2014/main" id="{945A1973-0424-482D-99A8-B9B35A80CBD8}"/>
              </a:ext>
            </a:extLst>
          </p:cNvPr>
          <p:cNvSpPr>
            <a:spLocks xmlns:a="http://schemas.openxmlformats.org/drawingml/2006/main" noGrp="1"/>
          </p:cNvSpPr>
          <p:nvPr/>
        </p:nvSpPr>
        <p:spPr>
          <a:xfrm xmlns:a="http://schemas.openxmlformats.org/drawingml/2006/main">
            <a:off x="4419600" y="3409950"/>
            <a:ext cx="1333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275" b="0" i="0">
                <a:solidFill>
                  <a:srgbClr val="64748B"/>
                </a:solidFill>
                <a:latin typeface="Aptos Mono"/>
                <a:ea typeface="Aptos Mono"/>
                <a:cs typeface="Aptos Mono"/>
              </a:defRPr>
            </a:pPr>
            <a:r>
              <a:rPr sz="1275" b="0" i="0">
                <a:solidFill>
                  <a:srgbClr val="64748B"/>
                </a:solidFill>
                <a:latin typeface="Aptos Mono"/>
                <a:ea typeface="Aptos Mono"/>
                <a:cs typeface="Aptos Mono"/>
              </a:rPr>
              <a:t>lesson</a:t>
            </a:r>
          </a:p>
        </p:txBody>
      </p:sp>
      <p:sp>
        <p:nvSpPr>
          <p:cNvPr id="23" name="">
            <a:extLst xmlns:a="http://schemas.openxmlformats.org/drawingml/2006/main">
              <a:ext uri="{FF2B5EF4-FFF2-40B4-BE49-F238E27FC236}">
                <a16:creationId xmlns:a16="http://schemas.microsoft.com/office/drawing/2014/main" id="{F6FE68B5-8440-4CA3-9D9B-1521C51CC62F}"/>
              </a:ext>
            </a:extLst>
          </p:cNvPr>
          <p:cNvSpPr>
            <a:spLocks xmlns:a="http://schemas.openxmlformats.org/drawingml/2006/main" noGrp="1"/>
          </p:cNvSpPr>
          <p:nvPr/>
        </p:nvSpPr>
        <p:spPr>
          <a:xfrm xmlns:a="http://schemas.openxmlformats.org/drawingml/2006/main">
            <a:off x="6153150" y="2362200"/>
            <a:ext cx="1562100" cy="1371600"/>
          </a:xfrm>
          <a:prstGeom xmlns:a="http://schemas.openxmlformats.org/drawingml/2006/main" prst="roundRect">
            <a:avLst>
              <a:gd name="adj" fmla="val 11111"/>
            </a:avLst>
          </a:prstGeom>
          <a:solidFill xmlns:a="http://schemas.openxmlformats.org/drawingml/2006/main">
            <a:srgbClr val="F8FAFC"/>
          </a:solidFill>
          <a:ln xmlns:a="http://schemas.openxmlformats.org/drawingml/2006/main" w="13335">
            <a:solidFill>
              <a:srgbClr val="E2E8F0"/>
            </a:solidFill>
            <a:prstDash val="solid"/>
          </a:ln>
        </p:spPr>
      </p:sp>
      <p:sp>
        <p:nvSpPr>
          <p:cNvPr id="24" name="">
            <a:extLst xmlns:a="http://schemas.openxmlformats.org/drawingml/2006/main">
              <a:ext uri="{FF2B5EF4-FFF2-40B4-BE49-F238E27FC236}">
                <a16:creationId xmlns:a16="http://schemas.microsoft.com/office/drawing/2014/main" id="{64934EE9-FB60-40D1-B7DB-7E85FF5C50FB}"/>
              </a:ext>
            </a:extLst>
          </p:cNvPr>
          <p:cNvSpPr>
            <a:spLocks xmlns:a="http://schemas.openxmlformats.org/drawingml/2006/main" noGrp="1"/>
          </p:cNvSpPr>
          <p:nvPr/>
        </p:nvSpPr>
        <p:spPr>
          <a:xfrm xmlns:a="http://schemas.openxmlformats.org/drawingml/2006/main">
            <a:off x="6743700" y="2571750"/>
            <a:ext cx="381000" cy="381000"/>
          </a:xfrm>
          <a:prstGeom xmlns:a="http://schemas.openxmlformats.org/drawingml/2006/main" prst="ellipse">
            <a:avLst/>
          </a:prstGeom>
          <a:solidFill xmlns:a="http://schemas.openxmlformats.org/drawingml/2006/main">
            <a:srgbClr val="0B1F3A"/>
          </a:solidFill>
          <a:ln xmlns:a="http://schemas.openxmlformats.org/drawingml/2006/main" w="9525">
            <a:solidFill>
              <a:srgbClr val="0B1F3A"/>
            </a:solidFill>
            <a:prstDash val="solid"/>
          </a:ln>
        </p:spPr>
      </p:sp>
      <p:sp>
        <p:nvSpPr>
          <p:cNvPr id="25" name="">
            <a:extLst xmlns:a="http://schemas.openxmlformats.org/drawingml/2006/main">
              <a:ext uri="{FF2B5EF4-FFF2-40B4-BE49-F238E27FC236}">
                <a16:creationId xmlns:a16="http://schemas.microsoft.com/office/drawing/2014/main" id="{E1C2E3ED-D6F4-4C95-973B-7608D8C4F242}"/>
              </a:ext>
            </a:extLst>
          </p:cNvPr>
          <p:cNvSpPr>
            <a:spLocks xmlns:a="http://schemas.openxmlformats.org/drawingml/2006/main" noGrp="1"/>
          </p:cNvSpPr>
          <p:nvPr/>
        </p:nvSpPr>
        <p:spPr>
          <a:xfrm xmlns:a="http://schemas.openxmlformats.org/drawingml/2006/main">
            <a:off x="6743700" y="25717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350" b="1" i="0">
                <a:solidFill>
                  <a:srgbClr val="FFFFFF"/>
                </a:solidFill>
                <a:latin typeface="Aptos"/>
                <a:ea typeface="Aptos"/>
                <a:cs typeface="Aptos"/>
              </a:defRPr>
            </a:pPr>
            <a:r>
              <a:rPr sz="1350" b="1" i="0">
                <a:solidFill>
                  <a:srgbClr val="FFFFFF"/>
                </a:solidFill>
                <a:latin typeface="Aptos"/>
                <a:ea typeface="Aptos"/>
                <a:cs typeface="Aptos"/>
              </a:rPr>
              <a:t>4</a:t>
            </a:r>
          </a:p>
        </p:txBody>
      </p:sp>
      <p:sp>
        <p:nvSpPr>
          <p:cNvPr id="26" name="">
            <a:extLst xmlns:a="http://schemas.openxmlformats.org/drawingml/2006/main">
              <a:ext uri="{FF2B5EF4-FFF2-40B4-BE49-F238E27FC236}">
                <a16:creationId xmlns:a16="http://schemas.microsoft.com/office/drawing/2014/main" id="{C28E227D-C7D7-42E2-ADBA-94778FE6A7B4}"/>
              </a:ext>
            </a:extLst>
          </p:cNvPr>
          <p:cNvSpPr>
            <a:spLocks xmlns:a="http://schemas.openxmlformats.org/drawingml/2006/main" noGrp="1"/>
          </p:cNvSpPr>
          <p:nvPr/>
        </p:nvSpPr>
        <p:spPr>
          <a:xfrm xmlns:a="http://schemas.openxmlformats.org/drawingml/2006/main">
            <a:off x="6267450" y="3067050"/>
            <a:ext cx="1333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75" b="1" i="0">
                <a:solidFill>
                  <a:srgbClr val="0B1F3A"/>
                </a:solidFill>
                <a:latin typeface="Aptos"/>
                <a:ea typeface="Aptos"/>
                <a:cs typeface="Aptos"/>
              </a:defRPr>
            </a:pPr>
            <a:r>
              <a:rPr sz="1575" b="1" i="0">
                <a:solidFill>
                  <a:srgbClr val="0B1F3A"/>
                </a:solidFill>
                <a:latin typeface="Aptos"/>
                <a:ea typeface="Aptos"/>
                <a:cs typeface="Aptos"/>
              </a:rPr>
              <a:t>Challenge</a:t>
            </a:r>
          </a:p>
        </p:txBody>
      </p:sp>
      <p:sp>
        <p:nvSpPr>
          <p:cNvPr id="27" name="">
            <a:extLst xmlns:a="http://schemas.openxmlformats.org/drawingml/2006/main">
              <a:ext uri="{FF2B5EF4-FFF2-40B4-BE49-F238E27FC236}">
                <a16:creationId xmlns:a16="http://schemas.microsoft.com/office/drawing/2014/main" id="{60AA55F6-6F4A-4348-8E4F-291A2EFB9EDC}"/>
              </a:ext>
            </a:extLst>
          </p:cNvPr>
          <p:cNvSpPr>
            <a:spLocks xmlns:a="http://schemas.openxmlformats.org/drawingml/2006/main" noGrp="1"/>
          </p:cNvSpPr>
          <p:nvPr/>
        </p:nvSpPr>
        <p:spPr>
          <a:xfrm xmlns:a="http://schemas.openxmlformats.org/drawingml/2006/main">
            <a:off x="6267450" y="3409950"/>
            <a:ext cx="1333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275" b="0" i="0">
                <a:solidFill>
                  <a:srgbClr val="64748B"/>
                </a:solidFill>
                <a:latin typeface="Aptos Mono"/>
                <a:ea typeface="Aptos Mono"/>
                <a:cs typeface="Aptos Mono"/>
              </a:defRPr>
            </a:pPr>
            <a:r>
              <a:rPr sz="1275" b="0" i="0">
                <a:solidFill>
                  <a:srgbClr val="64748B"/>
                </a:solidFill>
                <a:latin typeface="Aptos Mono"/>
                <a:ea typeface="Aptos Mono"/>
                <a:cs typeface="Aptos Mono"/>
              </a:rPr>
              <a:t>ordered</a:t>
            </a:r>
          </a:p>
        </p:txBody>
      </p:sp>
      <p:sp>
        <p:nvSpPr>
          <p:cNvPr id="28" name="">
            <a:extLst xmlns:a="http://schemas.openxmlformats.org/drawingml/2006/main">
              <a:ext uri="{FF2B5EF4-FFF2-40B4-BE49-F238E27FC236}">
                <a16:creationId xmlns:a16="http://schemas.microsoft.com/office/drawing/2014/main" id="{FE057206-6E49-4AC4-A1F8-9A00A8B7069C}"/>
              </a:ext>
            </a:extLst>
          </p:cNvPr>
          <p:cNvSpPr>
            <a:spLocks xmlns:a="http://schemas.openxmlformats.org/drawingml/2006/main" noGrp="1"/>
          </p:cNvSpPr>
          <p:nvPr/>
        </p:nvSpPr>
        <p:spPr>
          <a:xfrm xmlns:a="http://schemas.openxmlformats.org/drawingml/2006/main">
            <a:off x="8001000" y="2362200"/>
            <a:ext cx="1562100" cy="1371600"/>
          </a:xfrm>
          <a:prstGeom xmlns:a="http://schemas.openxmlformats.org/drawingml/2006/main" prst="roundRect">
            <a:avLst>
              <a:gd name="adj" fmla="val 11111"/>
            </a:avLst>
          </a:prstGeom>
          <a:solidFill xmlns:a="http://schemas.openxmlformats.org/drawingml/2006/main">
            <a:srgbClr val="EFF6FF"/>
          </a:solidFill>
          <a:ln xmlns:a="http://schemas.openxmlformats.org/drawingml/2006/main" w="13335">
            <a:solidFill>
              <a:srgbClr val="93C5FD"/>
            </a:solidFill>
            <a:prstDash val="solid"/>
          </a:ln>
        </p:spPr>
      </p:sp>
      <p:sp>
        <p:nvSpPr>
          <p:cNvPr id="29" name="">
            <a:extLst xmlns:a="http://schemas.openxmlformats.org/drawingml/2006/main">
              <a:ext uri="{FF2B5EF4-FFF2-40B4-BE49-F238E27FC236}">
                <a16:creationId xmlns:a16="http://schemas.microsoft.com/office/drawing/2014/main" id="{14D9804B-97A8-405F-9ADA-B1C55CBC9B04}"/>
              </a:ext>
            </a:extLst>
          </p:cNvPr>
          <p:cNvSpPr>
            <a:spLocks xmlns:a="http://schemas.openxmlformats.org/drawingml/2006/main" noGrp="1"/>
          </p:cNvSpPr>
          <p:nvPr/>
        </p:nvSpPr>
        <p:spPr>
          <a:xfrm xmlns:a="http://schemas.openxmlformats.org/drawingml/2006/main">
            <a:off x="8591550" y="2571750"/>
            <a:ext cx="381000" cy="381000"/>
          </a:xfrm>
          <a:prstGeom xmlns:a="http://schemas.openxmlformats.org/drawingml/2006/main" prst="ellipse">
            <a:avLst/>
          </a:prstGeom>
          <a:solidFill xmlns:a="http://schemas.openxmlformats.org/drawingml/2006/main">
            <a:srgbClr val="2563EB"/>
          </a:solidFill>
          <a:ln xmlns:a="http://schemas.openxmlformats.org/drawingml/2006/main" w="9525">
            <a:solidFill>
              <a:srgbClr val="2563EB"/>
            </a:solidFill>
            <a:prstDash val="solid"/>
          </a:ln>
        </p:spPr>
      </p:sp>
      <p:sp>
        <p:nvSpPr>
          <p:cNvPr id="30" name="">
            <a:extLst xmlns:a="http://schemas.openxmlformats.org/drawingml/2006/main">
              <a:ext uri="{FF2B5EF4-FFF2-40B4-BE49-F238E27FC236}">
                <a16:creationId xmlns:a16="http://schemas.microsoft.com/office/drawing/2014/main" id="{D8BBC360-DB72-4D0D-98F9-51155D74EF54}"/>
              </a:ext>
            </a:extLst>
          </p:cNvPr>
          <p:cNvSpPr>
            <a:spLocks xmlns:a="http://schemas.openxmlformats.org/drawingml/2006/main" noGrp="1"/>
          </p:cNvSpPr>
          <p:nvPr/>
        </p:nvSpPr>
        <p:spPr>
          <a:xfrm xmlns:a="http://schemas.openxmlformats.org/drawingml/2006/main">
            <a:off x="8591550" y="25717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350" b="1" i="0">
                <a:solidFill>
                  <a:srgbClr val="FFFFFF"/>
                </a:solidFill>
                <a:latin typeface="Aptos"/>
                <a:ea typeface="Aptos"/>
                <a:cs typeface="Aptos"/>
              </a:defRPr>
            </a:pPr>
            <a:r>
              <a:rPr sz="1350" b="1" i="0">
                <a:solidFill>
                  <a:srgbClr val="FFFFFF"/>
                </a:solidFill>
                <a:latin typeface="Aptos"/>
                <a:ea typeface="Aptos"/>
                <a:cs typeface="Aptos"/>
              </a:rPr>
              <a:t>5</a:t>
            </a:r>
          </a:p>
        </p:txBody>
      </p:sp>
      <p:sp>
        <p:nvSpPr>
          <p:cNvPr id="31" name="">
            <a:extLst xmlns:a="http://schemas.openxmlformats.org/drawingml/2006/main">
              <a:ext uri="{FF2B5EF4-FFF2-40B4-BE49-F238E27FC236}">
                <a16:creationId xmlns:a16="http://schemas.microsoft.com/office/drawing/2014/main" id="{A405917E-65FB-4906-9AC5-06CCF75182F2}"/>
              </a:ext>
            </a:extLst>
          </p:cNvPr>
          <p:cNvSpPr>
            <a:spLocks xmlns:a="http://schemas.openxmlformats.org/drawingml/2006/main" noGrp="1"/>
          </p:cNvSpPr>
          <p:nvPr/>
        </p:nvSpPr>
        <p:spPr>
          <a:xfrm xmlns:a="http://schemas.openxmlformats.org/drawingml/2006/main">
            <a:off x="8115300" y="3067050"/>
            <a:ext cx="1333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75" b="1" i="0">
                <a:solidFill>
                  <a:srgbClr val="0B1F3A"/>
                </a:solidFill>
                <a:latin typeface="Aptos"/>
                <a:ea typeface="Aptos"/>
                <a:cs typeface="Aptos"/>
              </a:defRPr>
            </a:pPr>
            <a:r>
              <a:rPr sz="1575" b="1" i="0">
                <a:solidFill>
                  <a:srgbClr val="0B1F3A"/>
                </a:solidFill>
                <a:latin typeface="Aptos"/>
                <a:ea typeface="Aptos"/>
                <a:cs typeface="Aptos"/>
              </a:rPr>
              <a:t>Nghe &amp; gõ</a:t>
            </a:r>
          </a:p>
        </p:txBody>
      </p:sp>
      <p:sp>
        <p:nvSpPr>
          <p:cNvPr id="32" name="">
            <a:extLst xmlns:a="http://schemas.openxmlformats.org/drawingml/2006/main">
              <a:ext uri="{FF2B5EF4-FFF2-40B4-BE49-F238E27FC236}">
                <a16:creationId xmlns:a16="http://schemas.microsoft.com/office/drawing/2014/main" id="{8292F7F3-FEC0-4275-AF00-7D1575389749}"/>
              </a:ext>
            </a:extLst>
          </p:cNvPr>
          <p:cNvSpPr>
            <a:spLocks xmlns:a="http://schemas.openxmlformats.org/drawingml/2006/main" noGrp="1"/>
          </p:cNvSpPr>
          <p:nvPr/>
        </p:nvSpPr>
        <p:spPr>
          <a:xfrm xmlns:a="http://schemas.openxmlformats.org/drawingml/2006/main">
            <a:off x="8115300" y="3409950"/>
            <a:ext cx="1333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275" b="0" i="0">
                <a:solidFill>
                  <a:srgbClr val="64748B"/>
                </a:solidFill>
                <a:latin typeface="Aptos Mono"/>
                <a:ea typeface="Aptos Mono"/>
                <a:cs typeface="Aptos Mono"/>
              </a:defRPr>
            </a:pPr>
            <a:r>
              <a:rPr sz="1275" b="0" i="0">
                <a:solidFill>
                  <a:srgbClr val="64748B"/>
                </a:solidFill>
                <a:latin typeface="Aptos Mono"/>
                <a:ea typeface="Aptos Mono"/>
                <a:cs typeface="Aptos Mono"/>
              </a:rPr>
              <a:t>typed answer</a:t>
            </a:r>
          </a:p>
        </p:txBody>
      </p:sp>
      <p:sp>
        <p:nvSpPr>
          <p:cNvPr id="33" name="">
            <a:extLst xmlns:a="http://schemas.openxmlformats.org/drawingml/2006/main">
              <a:ext uri="{FF2B5EF4-FFF2-40B4-BE49-F238E27FC236}">
                <a16:creationId xmlns:a16="http://schemas.microsoft.com/office/drawing/2014/main" id="{FDA0DB21-4A15-4839-98B1-95A955BCE830}"/>
              </a:ext>
            </a:extLst>
          </p:cNvPr>
          <p:cNvSpPr>
            <a:spLocks xmlns:a="http://schemas.openxmlformats.org/drawingml/2006/main" noGrp="1"/>
          </p:cNvSpPr>
          <p:nvPr/>
        </p:nvSpPr>
        <p:spPr>
          <a:xfrm xmlns:a="http://schemas.openxmlformats.org/drawingml/2006/main">
            <a:off x="9848850" y="2362200"/>
            <a:ext cx="1562100" cy="1371600"/>
          </a:xfrm>
          <a:prstGeom xmlns:a="http://schemas.openxmlformats.org/drawingml/2006/main" prst="roundRect">
            <a:avLst>
              <a:gd name="adj" fmla="val 11111"/>
            </a:avLst>
          </a:prstGeom>
          <a:solidFill xmlns:a="http://schemas.openxmlformats.org/drawingml/2006/main">
            <a:srgbClr val="EFF6FF"/>
          </a:solidFill>
          <a:ln xmlns:a="http://schemas.openxmlformats.org/drawingml/2006/main" w="13335">
            <a:solidFill>
              <a:srgbClr val="93C5FD"/>
            </a:solidFill>
            <a:prstDash val="solid"/>
          </a:ln>
        </p:spPr>
      </p:sp>
      <p:sp>
        <p:nvSpPr>
          <p:cNvPr id="34" name="">
            <a:extLst xmlns:a="http://schemas.openxmlformats.org/drawingml/2006/main">
              <a:ext uri="{FF2B5EF4-FFF2-40B4-BE49-F238E27FC236}">
                <a16:creationId xmlns:a16="http://schemas.microsoft.com/office/drawing/2014/main" id="{5E0C0EBC-6635-4D07-8B17-3D50D9492A83}"/>
              </a:ext>
            </a:extLst>
          </p:cNvPr>
          <p:cNvSpPr>
            <a:spLocks xmlns:a="http://schemas.openxmlformats.org/drawingml/2006/main" noGrp="1"/>
          </p:cNvSpPr>
          <p:nvPr/>
        </p:nvSpPr>
        <p:spPr>
          <a:xfrm xmlns:a="http://schemas.openxmlformats.org/drawingml/2006/main">
            <a:off x="10439400" y="2571750"/>
            <a:ext cx="381000" cy="381000"/>
          </a:xfrm>
          <a:prstGeom xmlns:a="http://schemas.openxmlformats.org/drawingml/2006/main" prst="ellipse">
            <a:avLst/>
          </a:prstGeom>
          <a:solidFill xmlns:a="http://schemas.openxmlformats.org/drawingml/2006/main">
            <a:srgbClr val="2563EB"/>
          </a:solidFill>
          <a:ln xmlns:a="http://schemas.openxmlformats.org/drawingml/2006/main" w="9525">
            <a:solidFill>
              <a:srgbClr val="2563EB"/>
            </a:solidFill>
            <a:prstDash val="solid"/>
          </a:ln>
        </p:spPr>
      </p:sp>
      <p:sp>
        <p:nvSpPr>
          <p:cNvPr id="35" name="">
            <a:extLst xmlns:a="http://schemas.openxmlformats.org/drawingml/2006/main">
              <a:ext uri="{FF2B5EF4-FFF2-40B4-BE49-F238E27FC236}">
                <a16:creationId xmlns:a16="http://schemas.microsoft.com/office/drawing/2014/main" id="{774D273B-59F9-4F3E-B7BF-4C072632DB3E}"/>
              </a:ext>
            </a:extLst>
          </p:cNvPr>
          <p:cNvSpPr>
            <a:spLocks xmlns:a="http://schemas.openxmlformats.org/drawingml/2006/main" noGrp="1"/>
          </p:cNvSpPr>
          <p:nvPr/>
        </p:nvSpPr>
        <p:spPr>
          <a:xfrm xmlns:a="http://schemas.openxmlformats.org/drawingml/2006/main">
            <a:off x="10439400" y="25717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350" b="1" i="0">
                <a:solidFill>
                  <a:srgbClr val="FFFFFF"/>
                </a:solidFill>
                <a:latin typeface="Aptos"/>
                <a:ea typeface="Aptos"/>
                <a:cs typeface="Aptos"/>
              </a:defRPr>
            </a:pPr>
            <a:r>
              <a:rPr sz="1350" b="1" i="0">
                <a:solidFill>
                  <a:srgbClr val="FFFFFF"/>
                </a:solidFill>
                <a:latin typeface="Aptos"/>
                <a:ea typeface="Aptos"/>
                <a:cs typeface="Aptos"/>
              </a:rPr>
              <a:t>6</a:t>
            </a:r>
          </a:p>
        </p:txBody>
      </p:sp>
      <p:sp>
        <p:nvSpPr>
          <p:cNvPr id="36" name="">
            <a:extLst xmlns:a="http://schemas.openxmlformats.org/drawingml/2006/main">
              <a:ext uri="{FF2B5EF4-FFF2-40B4-BE49-F238E27FC236}">
                <a16:creationId xmlns:a16="http://schemas.microsoft.com/office/drawing/2014/main" id="{C570DD88-E179-4885-9E44-DE438EB69177}"/>
              </a:ext>
            </a:extLst>
          </p:cNvPr>
          <p:cNvSpPr>
            <a:spLocks xmlns:a="http://schemas.openxmlformats.org/drawingml/2006/main" noGrp="1"/>
          </p:cNvSpPr>
          <p:nvPr/>
        </p:nvSpPr>
        <p:spPr>
          <a:xfrm xmlns:a="http://schemas.openxmlformats.org/drawingml/2006/main">
            <a:off x="9963150" y="3067050"/>
            <a:ext cx="1333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75" b="1" i="0">
                <a:solidFill>
                  <a:srgbClr val="0B1F3A"/>
                </a:solidFill>
                <a:latin typeface="Aptos"/>
                <a:ea typeface="Aptos"/>
                <a:cs typeface="Aptos"/>
              </a:defRPr>
            </a:pPr>
            <a:r>
              <a:rPr sz="1575" b="1" i="0">
                <a:solidFill>
                  <a:srgbClr val="0B1F3A"/>
                </a:solidFill>
                <a:latin typeface="Aptos"/>
                <a:ea typeface="Aptos"/>
                <a:cs typeface="Aptos"/>
              </a:rPr>
              <a:t>Attempt</a:t>
            </a:r>
          </a:p>
        </p:txBody>
      </p:sp>
      <p:sp>
        <p:nvSpPr>
          <p:cNvPr id="37" name="">
            <a:extLst xmlns:a="http://schemas.openxmlformats.org/drawingml/2006/main">
              <a:ext uri="{FF2B5EF4-FFF2-40B4-BE49-F238E27FC236}">
                <a16:creationId xmlns:a16="http://schemas.microsoft.com/office/drawing/2014/main" id="{FB0EB1E9-1644-49A2-A7B5-E3CA6B431A29}"/>
              </a:ext>
            </a:extLst>
          </p:cNvPr>
          <p:cNvSpPr>
            <a:spLocks xmlns:a="http://schemas.openxmlformats.org/drawingml/2006/main" noGrp="1"/>
          </p:cNvSpPr>
          <p:nvPr/>
        </p:nvSpPr>
        <p:spPr>
          <a:xfrm xmlns:a="http://schemas.openxmlformats.org/drawingml/2006/main">
            <a:off x="9963150" y="3409950"/>
            <a:ext cx="1333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275" b="0" i="0">
                <a:solidFill>
                  <a:srgbClr val="64748B"/>
                </a:solidFill>
                <a:latin typeface="Aptos Mono"/>
                <a:ea typeface="Aptos Mono"/>
                <a:cs typeface="Aptos Mono"/>
              </a:defRPr>
            </a:pPr>
            <a:r>
              <a:rPr sz="1275" b="0" i="0">
                <a:solidFill>
                  <a:srgbClr val="64748B"/>
                </a:solidFill>
                <a:latin typeface="Aptos Mono"/>
                <a:ea typeface="Aptos Mono"/>
                <a:cs typeface="Aptos Mono"/>
              </a:rPr>
              <a:t>history</a:t>
            </a:r>
          </a:p>
        </p:txBody>
      </p:sp>
      <p:cxnSp>
        <p:nvCxnSpPr>
          <p:cNvPr id="87" name=""/>
          <p:cNvCxnSpPr>
            <a:stCxn xmlns:a="http://schemas.openxmlformats.org/drawingml/2006/main" id="8" idx="3"/>
            <a:endCxn xmlns:a="http://schemas.openxmlformats.org/drawingml/2006/main" id="13" idx="1"/>
          </p:cNvCxnSpPr>
          <p:nvPr/>
        </p:nvCxnSpPr>
        <p:spPr>
          <a:xfrm xmlns:a="http://schemas.openxmlformats.org/drawingml/2006/main">
            <a:off x="2171700" y="3048000"/>
            <a:ext cx="285750" cy="0"/>
          </a:xfrm>
          <a:prstGeom xmlns:a="http://schemas.openxmlformats.org/drawingml/2006/main" prst="straightConnector1">
            <a:avLst/>
          </a:prstGeom>
          <a:ln xmlns:a="http://schemas.openxmlformats.org/drawingml/2006/main" w="19050">
            <a:solidFill>
              <a:srgbClr val="2563EB"/>
            </a:solidFill>
            <a:prstDash val="solid"/>
            <a:tailEnd type="triangle" w="sm" len="sm"/>
          </a:ln>
        </p:spPr>
      </p:cxnSp>
      <p:cxnSp>
        <p:nvCxnSpPr>
          <p:cNvPr id="88" name=""/>
          <p:cNvCxnSpPr>
            <a:stCxn xmlns:a="http://schemas.openxmlformats.org/drawingml/2006/main" id="13" idx="3"/>
            <a:endCxn xmlns:a="http://schemas.openxmlformats.org/drawingml/2006/main" id="18" idx="1"/>
          </p:cNvCxnSpPr>
          <p:nvPr/>
        </p:nvCxnSpPr>
        <p:spPr>
          <a:xfrm xmlns:a="http://schemas.openxmlformats.org/drawingml/2006/main">
            <a:off x="4019550" y="3048000"/>
            <a:ext cx="285750" cy="0"/>
          </a:xfrm>
          <a:prstGeom xmlns:a="http://schemas.openxmlformats.org/drawingml/2006/main" prst="straightConnector1">
            <a:avLst/>
          </a:prstGeom>
          <a:ln xmlns:a="http://schemas.openxmlformats.org/drawingml/2006/main" w="19050">
            <a:solidFill>
              <a:srgbClr val="2563EB"/>
            </a:solidFill>
            <a:prstDash val="solid"/>
            <a:tailEnd type="triangle" w="sm" len="sm"/>
          </a:ln>
        </p:spPr>
      </p:cxnSp>
      <p:cxnSp>
        <p:nvCxnSpPr>
          <p:cNvPr id="89" name=""/>
          <p:cNvCxnSpPr>
            <a:stCxn xmlns:a="http://schemas.openxmlformats.org/drawingml/2006/main" id="18" idx="3"/>
            <a:endCxn xmlns:a="http://schemas.openxmlformats.org/drawingml/2006/main" id="23" idx="1"/>
          </p:cNvCxnSpPr>
          <p:nvPr/>
        </p:nvCxnSpPr>
        <p:spPr>
          <a:xfrm xmlns:a="http://schemas.openxmlformats.org/drawingml/2006/main">
            <a:off x="5867400" y="3048000"/>
            <a:ext cx="285750" cy="0"/>
          </a:xfrm>
          <a:prstGeom xmlns:a="http://schemas.openxmlformats.org/drawingml/2006/main" prst="straightConnector1">
            <a:avLst/>
          </a:prstGeom>
          <a:ln xmlns:a="http://schemas.openxmlformats.org/drawingml/2006/main" w="19050">
            <a:solidFill>
              <a:srgbClr val="2563EB"/>
            </a:solidFill>
            <a:prstDash val="solid"/>
            <a:tailEnd type="triangle" w="sm" len="sm"/>
          </a:ln>
        </p:spPr>
      </p:cxnSp>
      <p:cxnSp>
        <p:nvCxnSpPr>
          <p:cNvPr id="90" name=""/>
          <p:cNvCxnSpPr>
            <a:stCxn xmlns:a="http://schemas.openxmlformats.org/drawingml/2006/main" id="23" idx="3"/>
            <a:endCxn xmlns:a="http://schemas.openxmlformats.org/drawingml/2006/main" id="28" idx="1"/>
          </p:cNvCxnSpPr>
          <p:nvPr/>
        </p:nvCxnSpPr>
        <p:spPr>
          <a:xfrm xmlns:a="http://schemas.openxmlformats.org/drawingml/2006/main">
            <a:off x="7715250" y="3048000"/>
            <a:ext cx="285750" cy="0"/>
          </a:xfrm>
          <a:prstGeom xmlns:a="http://schemas.openxmlformats.org/drawingml/2006/main" prst="straightConnector1">
            <a:avLst/>
          </a:prstGeom>
          <a:ln xmlns:a="http://schemas.openxmlformats.org/drawingml/2006/main" w="19050">
            <a:solidFill>
              <a:srgbClr val="2563EB"/>
            </a:solidFill>
            <a:prstDash val="solid"/>
            <a:tailEnd type="triangle" w="sm" len="sm"/>
          </a:ln>
        </p:spPr>
      </p:cxnSp>
      <p:cxnSp>
        <p:nvCxnSpPr>
          <p:cNvPr id="91" name=""/>
          <p:cNvCxnSpPr>
            <a:stCxn xmlns:a="http://schemas.openxmlformats.org/drawingml/2006/main" id="28" idx="3"/>
            <a:endCxn xmlns:a="http://schemas.openxmlformats.org/drawingml/2006/main" id="33" idx="1"/>
          </p:cNvCxnSpPr>
          <p:nvPr/>
        </p:nvCxnSpPr>
        <p:spPr>
          <a:xfrm xmlns:a="http://schemas.openxmlformats.org/drawingml/2006/main">
            <a:off x="9563100" y="3048000"/>
            <a:ext cx="285750" cy="0"/>
          </a:xfrm>
          <a:prstGeom xmlns:a="http://schemas.openxmlformats.org/drawingml/2006/main" prst="straightConnector1">
            <a:avLst/>
          </a:prstGeom>
          <a:ln xmlns:a="http://schemas.openxmlformats.org/drawingml/2006/main" w="19050">
            <a:solidFill>
              <a:srgbClr val="2563EB"/>
            </a:solidFill>
            <a:prstDash val="solid"/>
            <a:tailEnd type="triangle" w="sm" len="sm"/>
          </a:ln>
        </p:spPr>
      </p:cxnSp>
      <p:sp>
        <p:nvSpPr>
          <p:cNvPr id="43" name="">
            <a:extLst xmlns:a="http://schemas.openxmlformats.org/drawingml/2006/main">
              <a:ext uri="{FF2B5EF4-FFF2-40B4-BE49-F238E27FC236}">
                <a16:creationId xmlns:a16="http://schemas.microsoft.com/office/drawing/2014/main" id="{EC39EE3C-FFA2-4EDF-AE73-5DAD1FC57DEB}"/>
              </a:ext>
            </a:extLst>
          </p:cNvPr>
          <p:cNvSpPr>
            <a:spLocks xmlns:a="http://schemas.openxmlformats.org/drawingml/2006/main" noGrp="1"/>
          </p:cNvSpPr>
          <p:nvPr/>
        </p:nvSpPr>
        <p:spPr>
          <a:xfrm xmlns:a="http://schemas.openxmlformats.org/drawingml/2006/main">
            <a:off x="609600" y="4267200"/>
            <a:ext cx="6572250" cy="1466850"/>
          </a:xfrm>
          <a:prstGeom xmlns:a="http://schemas.openxmlformats.org/drawingml/2006/main" prst="roundRect">
            <a:avLst>
              <a:gd name="adj" fmla="val 11688"/>
            </a:avLst>
          </a:prstGeom>
          <a:solidFill xmlns:a="http://schemas.openxmlformats.org/drawingml/2006/main">
            <a:srgbClr val="F8FAFC"/>
          </a:solidFill>
          <a:ln xmlns:a="http://schemas.openxmlformats.org/drawingml/2006/main" w="12383">
            <a:solidFill>
              <a:srgbClr val="E2E8F0"/>
            </a:solidFill>
            <a:prstDash val="solid"/>
          </a:ln>
        </p:spPr>
      </p:sp>
      <p:sp>
        <p:nvSpPr>
          <p:cNvPr id="44" name="">
            <a:extLst xmlns:a="http://schemas.openxmlformats.org/drawingml/2006/main">
              <a:ext uri="{FF2B5EF4-FFF2-40B4-BE49-F238E27FC236}">
                <a16:creationId xmlns:a16="http://schemas.microsoft.com/office/drawing/2014/main" id="{CBB083D3-A1B9-4C69-B5EE-CA619DDB38D8}"/>
              </a:ext>
            </a:extLst>
          </p:cNvPr>
          <p:cNvSpPr>
            <a:spLocks xmlns:a="http://schemas.openxmlformats.org/drawingml/2006/main" noGrp="1"/>
          </p:cNvSpPr>
          <p:nvPr/>
        </p:nvSpPr>
        <p:spPr>
          <a:xfrm xmlns:a="http://schemas.openxmlformats.org/drawingml/2006/main">
            <a:off x="838200" y="447675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i="0">
                <a:solidFill>
                  <a:srgbClr val="0B1F3A"/>
                </a:solidFill>
                <a:latin typeface="Aptos"/>
                <a:ea typeface="Aptos"/>
                <a:cs typeface="Aptos"/>
              </a:defRPr>
            </a:pPr>
            <a:r>
              <a:rPr sz="1875" b="1" i="0">
                <a:solidFill>
                  <a:srgbClr val="0B1F3A"/>
                </a:solidFill>
                <a:latin typeface="Aptos"/>
                <a:ea typeface="Aptos"/>
                <a:cs typeface="Aptos"/>
              </a:rPr>
              <a:t>Challenge lưu gì?</a:t>
            </a:r>
          </a:p>
        </p:txBody>
      </p:sp>
      <p:sp>
        <p:nvSpPr>
          <p:cNvPr id="45" name="">
            <a:extLst xmlns:a="http://schemas.openxmlformats.org/drawingml/2006/main">
              <a:ext uri="{FF2B5EF4-FFF2-40B4-BE49-F238E27FC236}">
                <a16:creationId xmlns:a16="http://schemas.microsoft.com/office/drawing/2014/main" id="{A00EAD10-AE77-4FA3-997D-C7C9C877C76A}"/>
              </a:ext>
            </a:extLst>
          </p:cNvPr>
          <p:cNvSpPr>
            <a:spLocks xmlns:a="http://schemas.openxmlformats.org/drawingml/2006/main" noGrp="1"/>
          </p:cNvSpPr>
          <p:nvPr/>
        </p:nvSpPr>
        <p:spPr>
          <a:xfrm xmlns:a="http://schemas.openxmlformats.org/drawingml/2006/main">
            <a:off x="838200" y="4991100"/>
            <a:ext cx="590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1" i="0">
                <a:solidFill>
                  <a:srgbClr val="1D4ED8"/>
                </a:solidFill>
                <a:latin typeface="Aptos Mono"/>
                <a:ea typeface="Aptos Mono"/>
                <a:cs typeface="Aptos Mono"/>
              </a:defRPr>
            </a:pPr>
            <a:r>
              <a:rPr sz="1575" b="1" i="0">
                <a:solidFill>
                  <a:srgbClr val="1D4ED8"/>
                </a:solidFill>
                <a:latin typeface="Aptos Mono"/>
                <a:ea typeface="Aptos Mono"/>
                <a:cs typeface="Aptos Mono"/>
              </a:rPr>
              <a:t>position • content • solution • audio/time range • hints</a:t>
            </a:r>
          </a:p>
        </p:txBody>
      </p:sp>
      <p:sp>
        <p:nvSpPr>
          <p:cNvPr id="46" name="">
            <a:extLst xmlns:a="http://schemas.openxmlformats.org/drawingml/2006/main">
              <a:ext uri="{FF2B5EF4-FFF2-40B4-BE49-F238E27FC236}">
                <a16:creationId xmlns:a16="http://schemas.microsoft.com/office/drawing/2014/main" id="{8AC9E512-8CD9-4EA8-847C-DE365BA3A6D7}"/>
              </a:ext>
            </a:extLst>
          </p:cNvPr>
          <p:cNvSpPr>
            <a:spLocks xmlns:a="http://schemas.openxmlformats.org/drawingml/2006/main" noGrp="1"/>
          </p:cNvSpPr>
          <p:nvPr/>
        </p:nvSpPr>
        <p:spPr>
          <a:xfrm xmlns:a="http://schemas.openxmlformats.org/drawingml/2006/main">
            <a:off x="838200" y="539115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i="0">
                <a:solidFill>
                  <a:srgbClr val="475569"/>
                </a:solidFill>
                <a:latin typeface="Aptos"/>
                <a:ea typeface="Aptos"/>
                <a:cs typeface="Aptos"/>
              </a:defRPr>
            </a:pPr>
            <a:r>
              <a:rPr sz="1425" b="0" i="0">
                <a:solidFill>
                  <a:srgbClr val="475569"/>
                </a:solidFill>
                <a:latin typeface="Aptos"/>
                <a:ea typeface="Aptos"/>
                <a:cs typeface="Aptos"/>
              </a:rPr>
              <a:t>Kết quả: completed IDs / completed parts được tổng hợp từ lịch sử attempt.</a:t>
            </a:r>
          </a:p>
        </p:txBody>
      </p:sp>
      <p:sp>
        <p:nvSpPr>
          <p:cNvPr id="47" name="">
            <a:extLst xmlns:a="http://schemas.openxmlformats.org/drawingml/2006/main">
              <a:ext uri="{FF2B5EF4-FFF2-40B4-BE49-F238E27FC236}">
                <a16:creationId xmlns:a16="http://schemas.microsoft.com/office/drawing/2014/main" id="{457D97EA-9B65-4C6F-B80A-06E844A76F4A}"/>
              </a:ext>
            </a:extLst>
          </p:cNvPr>
          <p:cNvSpPr>
            <a:spLocks xmlns:a="http://schemas.openxmlformats.org/drawingml/2006/main" noGrp="1"/>
          </p:cNvSpPr>
          <p:nvPr/>
        </p:nvSpPr>
        <p:spPr>
          <a:xfrm xmlns:a="http://schemas.openxmlformats.org/drawingml/2006/main">
            <a:off x="7486650" y="4267200"/>
            <a:ext cx="4095750" cy="1466850"/>
          </a:xfrm>
          <a:prstGeom xmlns:a="http://schemas.openxmlformats.org/drawingml/2006/main" prst="roundRect">
            <a:avLst>
              <a:gd name="adj" fmla="val 11688"/>
            </a:avLst>
          </a:prstGeom>
          <a:solidFill xmlns:a="http://schemas.openxmlformats.org/drawingml/2006/main">
            <a:srgbClr val="FFFBEB"/>
          </a:solidFill>
          <a:ln xmlns:a="http://schemas.openxmlformats.org/drawingml/2006/main" w="13335">
            <a:solidFill>
              <a:srgbClr val="FCD34D"/>
            </a:solidFill>
            <a:prstDash val="solid"/>
          </a:ln>
        </p:spPr>
      </p:sp>
      <p:sp>
        <p:nvSpPr>
          <p:cNvPr id="48" name="">
            <a:extLst xmlns:a="http://schemas.openxmlformats.org/drawingml/2006/main">
              <a:ext uri="{FF2B5EF4-FFF2-40B4-BE49-F238E27FC236}">
                <a16:creationId xmlns:a16="http://schemas.microsoft.com/office/drawing/2014/main" id="{AD87FF04-7AC7-439B-BA7A-C3BA7482D3D6}"/>
              </a:ext>
            </a:extLst>
          </p:cNvPr>
          <p:cNvSpPr>
            <a:spLocks xmlns:a="http://schemas.openxmlformats.org/drawingml/2006/main" noGrp="1"/>
          </p:cNvSpPr>
          <p:nvPr/>
        </p:nvSpPr>
        <p:spPr>
          <a:xfrm xmlns:a="http://schemas.openxmlformats.org/drawingml/2006/main">
            <a:off x="7715250" y="4476750"/>
            <a:ext cx="3638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i="0">
                <a:solidFill>
                  <a:srgbClr val="D97706"/>
                </a:solidFill>
                <a:latin typeface="Aptos"/>
                <a:ea typeface="Aptos"/>
                <a:cs typeface="Aptos"/>
              </a:defRPr>
            </a:pPr>
            <a:r>
              <a:rPr sz="1350" b="1" i="0">
                <a:solidFill>
                  <a:srgbClr val="D97706"/>
                </a:solidFill>
                <a:latin typeface="Aptos"/>
                <a:ea typeface="Aptos"/>
                <a:cs typeface="Aptos"/>
              </a:rPr>
              <a:t>HÀNH VI CẦN HOÀN THIỆN</a:t>
            </a:r>
          </a:p>
        </p:txBody>
      </p:sp>
      <p:sp>
        <p:nvSpPr>
          <p:cNvPr id="49" name="">
            <a:extLst xmlns:a="http://schemas.openxmlformats.org/drawingml/2006/main">
              <a:ext uri="{FF2B5EF4-FFF2-40B4-BE49-F238E27FC236}">
                <a16:creationId xmlns:a16="http://schemas.microsoft.com/office/drawing/2014/main" id="{A63A144D-E63D-4CDF-AA3C-A3AC47B2DD65}"/>
              </a:ext>
            </a:extLst>
          </p:cNvPr>
          <p:cNvSpPr>
            <a:spLocks xmlns:a="http://schemas.openxmlformats.org/drawingml/2006/main" noGrp="1"/>
          </p:cNvSpPr>
          <p:nvPr/>
        </p:nvSpPr>
        <p:spPr>
          <a:xfrm xmlns:a="http://schemas.openxmlformats.org/drawingml/2006/main">
            <a:off x="7715250" y="4895850"/>
            <a:ext cx="36385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i="0">
                <a:solidFill>
                  <a:srgbClr val="0B1F3A"/>
                </a:solidFill>
                <a:latin typeface="Aptos"/>
                <a:ea typeface="Aptos"/>
                <a:cs typeface="Aptos"/>
              </a:defRPr>
            </a:pPr>
            <a:r>
              <a:rPr sz="1500" b="1" i="0">
                <a:solidFill>
                  <a:srgbClr val="0B1F3A"/>
                </a:solidFill>
                <a:latin typeface="Aptos"/>
                <a:ea typeface="Aptos"/>
                <a:cs typeface="Aptos"/>
              </a:rPr>
              <a:t>Backend đang tin cờ correct từ frontend; mọi LAT attempt đều được tính completed, không chỉ câu đúng.</a:t>
            </a:r>
          </a:p>
        </p:txBody>
      </p:sp>
    </p:spTree>
    <p:extLst>
      <p:ext uri="{BB962C8B-B14F-4D97-AF65-F5344CB8AC3E}">
        <p14:creationId xmlns:p14="http://schemas.microsoft.com/office/powerpoint/2010/main" val="1962240110"/>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3" name="">
            <a:extLst xmlns:a="http://schemas.openxmlformats.org/drawingml/2006/main">
              <a:ext uri="{FF2B5EF4-FFF2-40B4-BE49-F238E27FC236}">
                <a16:creationId xmlns:a16="http://schemas.microsoft.com/office/drawing/2014/main" id="{A46031E5-DA4A-4CCB-95BB-6E778F83F00F}"/>
              </a:ext>
            </a:extLst>
          </p:cNvPr>
          <p:cNvSpPr>
            <a:spLocks xmlns:a="http://schemas.openxmlformats.org/drawingml/2006/main" noGrp="1"/>
          </p:cNvSpPr>
          <p:nvPr/>
        </p:nvSpPr>
        <p:spPr>
          <a:xfrm xmlns:a="http://schemas.openxmlformats.org/drawingml/2006/main">
            <a:off x="609600" y="285750"/>
            <a:ext cx="1695450" cy="323850"/>
          </a:xfrm>
          <a:prstGeom xmlns:a="http://schemas.openxmlformats.org/drawingml/2006/main" prst="roundRect">
            <a:avLst>
              <a:gd name="adj" fmla="val 50000"/>
            </a:avLst>
          </a:prstGeom>
          <a:solidFill xmlns:a="http://schemas.openxmlformats.org/drawingml/2006/main">
            <a:srgbClr val="EFF6FF"/>
          </a:solidFill>
          <a:ln xmlns:a="http://schemas.openxmlformats.org/drawingml/2006/main" w="9525">
            <a:solidFill>
              <a:srgbClr val="EFF6FF"/>
            </a:solidFill>
            <a:prstDash val="solid"/>
          </a:ln>
        </p:spPr>
      </p:sp>
      <p:sp>
        <p:nvSpPr>
          <p:cNvPr id="2" name="">
            <a:extLst xmlns:a="http://schemas.openxmlformats.org/drawingml/2006/main">
              <a:ext uri="{FF2B5EF4-FFF2-40B4-BE49-F238E27FC236}">
                <a16:creationId xmlns:a16="http://schemas.microsoft.com/office/drawing/2014/main" id="{197120E0-CC6B-4294-91DE-5678BA4F2ACB}"/>
              </a:ext>
            </a:extLst>
          </p:cNvPr>
          <p:cNvSpPr>
            <a:spLocks xmlns:a="http://schemas.openxmlformats.org/drawingml/2006/main" noGrp="1"/>
          </p:cNvSpPr>
          <p:nvPr/>
        </p:nvSpPr>
        <p:spPr>
          <a:xfrm xmlns:a="http://schemas.openxmlformats.org/drawingml/2006/main">
            <a:off x="609600" y="295275"/>
            <a:ext cx="1695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350" b="1" i="0">
                <a:solidFill>
                  <a:srgbClr val="2563EB"/>
                </a:solidFill>
                <a:latin typeface="Aptos"/>
                <a:ea typeface="Aptos"/>
                <a:cs typeface="Aptos"/>
              </a:defRPr>
            </a:pPr>
            <a:r>
              <a:rPr sz="1350" b="1" i="0">
                <a:solidFill>
                  <a:srgbClr val="2563EB"/>
                </a:solidFill>
                <a:latin typeface="Aptos"/>
                <a:ea typeface="Aptos"/>
                <a:cs typeface="Aptos"/>
              </a:rPr>
              <a:t>WRITING &amp; AI</a:t>
            </a:r>
          </a:p>
        </p:txBody>
      </p:sp>
      <p:sp>
        <p:nvSpPr>
          <p:cNvPr id="3" name="">
            <a:extLst xmlns:a="http://schemas.openxmlformats.org/drawingml/2006/main">
              <a:ext uri="{FF2B5EF4-FFF2-40B4-BE49-F238E27FC236}">
                <a16:creationId xmlns:a16="http://schemas.microsoft.com/office/drawing/2014/main" id="{6030FA4A-09A2-46FD-89A5-6B4DB2D3EEFF}"/>
              </a:ext>
            </a:extLst>
          </p:cNvPr>
          <p:cNvSpPr>
            <a:spLocks xmlns:a="http://schemas.openxmlformats.org/drawingml/2006/main" noGrp="1"/>
          </p:cNvSpPr>
          <p:nvPr/>
        </p:nvSpPr>
        <p:spPr>
          <a:xfrm xmlns:a="http://schemas.openxmlformats.org/drawingml/2006/main">
            <a:off x="609600" y="742950"/>
            <a:ext cx="109728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3600" b="1" i="0">
                <a:solidFill>
                  <a:srgbClr val="0B1F3A"/>
                </a:solidFill>
                <a:latin typeface="Aptos"/>
                <a:ea typeface="Aptos"/>
                <a:cs typeface="Aptos"/>
              </a:defRPr>
            </a:pPr>
            <a:r>
              <a:rPr sz="3600" b="1" i="0">
                <a:solidFill>
                  <a:srgbClr val="0B1F3A"/>
                </a:solidFill>
                <a:latin typeface="Aptos"/>
                <a:ea typeface="Aptos"/>
                <a:cs typeface="Aptos"/>
              </a:rPr>
              <a:t>AI hoàn thành vòng viết – nhận phản hồi – xem lại</a:t>
            </a:r>
          </a:p>
        </p:txBody>
      </p:sp>
      <p:sp>
        <p:nvSpPr>
          <p:cNvPr id="4" name="">
            <a:extLst xmlns:a="http://schemas.openxmlformats.org/drawingml/2006/main">
              <a:ext uri="{FF2B5EF4-FFF2-40B4-BE49-F238E27FC236}">
                <a16:creationId xmlns:a16="http://schemas.microsoft.com/office/drawing/2014/main" id="{7506D757-FDAE-43D3-9261-2492C8FDF1FB}"/>
              </a:ext>
            </a:extLst>
          </p:cNvPr>
          <p:cNvSpPr>
            <a:spLocks xmlns:a="http://schemas.openxmlformats.org/drawingml/2006/main" noGrp="1"/>
          </p:cNvSpPr>
          <p:nvPr/>
        </p:nvSpPr>
        <p:spPr>
          <a:xfrm xmlns:a="http://schemas.openxmlformats.org/drawingml/2006/main">
            <a:off x="609600" y="1495425"/>
            <a:ext cx="10972800" cy="19050"/>
          </a:xfrm>
          <a:prstGeom xmlns:a="http://schemas.openxmlformats.org/drawingml/2006/main" prst="rect">
            <a:avLst/>
          </a:prstGeom>
          <a:solidFill xmlns:a="http://schemas.openxmlformats.org/drawingml/2006/main">
            <a:srgbClr val="E2E8F0"/>
          </a:solidFill>
          <a:ln xmlns:a="http://schemas.openxmlformats.org/drawingml/2006/main" w="0">
            <a:solidFill>
              <a:srgbClr val="E2E8F0"/>
            </a:solidFill>
            <a:prstDash val="solid"/>
          </a:ln>
        </p:spPr>
      </p:sp>
      <p:sp>
        <p:nvSpPr>
          <p:cNvPr id="5" name="">
            <a:extLst xmlns:a="http://schemas.openxmlformats.org/drawingml/2006/main">
              <a:ext uri="{FF2B5EF4-FFF2-40B4-BE49-F238E27FC236}">
                <a16:creationId xmlns:a16="http://schemas.microsoft.com/office/drawing/2014/main" id="{FA1C5BE0-D954-4965-8A29-0DAF52FB4C50}"/>
              </a:ext>
            </a:extLst>
          </p:cNvPr>
          <p:cNvSpPr>
            <a:spLocks xmlns:a="http://schemas.openxmlformats.org/drawingml/2006/main" noGrp="1"/>
          </p:cNvSpPr>
          <p:nvPr/>
        </p:nvSpPr>
        <p:spPr>
          <a:xfrm xmlns:a="http://schemas.openxmlformats.org/drawingml/2006/main">
            <a:off x="609600" y="1495425"/>
            <a:ext cx="1143000" cy="38100"/>
          </a:xfrm>
          <a:prstGeom xmlns:a="http://schemas.openxmlformats.org/drawingml/2006/main" prst="rect">
            <a:avLst/>
          </a:prstGeom>
          <a:solidFill xmlns:a="http://schemas.openxmlformats.org/drawingml/2006/main">
            <a:srgbClr val="2563EB"/>
          </a:solidFill>
          <a:ln xmlns:a="http://schemas.openxmlformats.org/drawingml/2006/main" w="0">
            <a:solidFill>
              <a:srgbClr val="2563EB"/>
            </a:solidFill>
            <a:prstDash val="solid"/>
          </a:ln>
        </p:spPr>
      </p:sp>
      <p:sp>
        <p:nvSpPr>
          <p:cNvPr id="6" name="">
            <a:extLst xmlns:a="http://schemas.openxmlformats.org/drawingml/2006/main">
              <a:ext uri="{FF2B5EF4-FFF2-40B4-BE49-F238E27FC236}">
                <a16:creationId xmlns:a16="http://schemas.microsoft.com/office/drawing/2014/main" id="{D6660718-13E1-4BCE-AEF9-9159455678AE}"/>
              </a:ext>
            </a:extLst>
          </p:cNvPr>
          <p:cNvSpPr>
            <a:spLocks xmlns:a="http://schemas.openxmlformats.org/drawingml/2006/main" noGrp="1"/>
          </p:cNvSpPr>
          <p:nvPr/>
        </p:nvSpPr>
        <p:spPr>
          <a:xfrm xmlns:a="http://schemas.openxmlformats.org/drawingml/2006/main">
            <a:off x="609600" y="6543675"/>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1" i="0">
                <a:solidFill>
                  <a:srgbClr val="94A3B8"/>
                </a:solidFill>
                <a:latin typeface="Aptos"/>
                <a:ea typeface="Aptos"/>
                <a:cs typeface="Aptos"/>
              </a:defRPr>
            </a:pPr>
            <a:r>
              <a:rPr sz="1125" b="1" i="0">
                <a:solidFill>
                  <a:srgbClr val="94A3B8"/>
                </a:solidFill>
                <a:latin typeface="Aptos"/>
                <a:ea typeface="Aptos"/>
                <a:cs typeface="Aptos"/>
              </a:rPr>
              <a:t>VOCAB APP  •  ĐỒ ÁN KHÓA LUẬN</a:t>
            </a:r>
          </a:p>
        </p:txBody>
      </p:sp>
      <p:sp>
        <p:nvSpPr>
          <p:cNvPr id="7" name="">
            <a:extLst xmlns:a="http://schemas.openxmlformats.org/drawingml/2006/main">
              <a:ext uri="{FF2B5EF4-FFF2-40B4-BE49-F238E27FC236}">
                <a16:creationId xmlns:a16="http://schemas.microsoft.com/office/drawing/2014/main" id="{5CF7048F-2088-4899-AAAC-4D7811BAAE38}"/>
              </a:ext>
            </a:extLst>
          </p:cNvPr>
          <p:cNvSpPr>
            <a:spLocks xmlns:a="http://schemas.openxmlformats.org/drawingml/2006/main" noGrp="1"/>
          </p:cNvSpPr>
          <p:nvPr/>
        </p:nvSpPr>
        <p:spPr>
          <a:xfrm xmlns:a="http://schemas.openxmlformats.org/drawingml/2006/main">
            <a:off x="11144250" y="6486525"/>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1" i="0">
                <a:solidFill>
                  <a:srgbClr val="64748B"/>
                </a:solidFill>
                <a:latin typeface="Aptos"/>
                <a:ea typeface="Aptos"/>
                <a:cs typeface="Aptos"/>
              </a:defRPr>
            </a:pPr>
            <a:r>
              <a:rPr sz="1350" b="1" i="0">
                <a:solidFill>
                  <a:srgbClr val="64748B"/>
                </a:solidFill>
                <a:latin typeface="Aptos"/>
                <a:ea typeface="Aptos"/>
                <a:cs typeface="Aptos"/>
              </a:rPr>
              <a:t>13</a:t>
            </a:r>
          </a:p>
        </p:txBody>
      </p:sp>
      <p:sp>
        <p:nvSpPr>
          <p:cNvPr id="8" name="">
            <a:extLst xmlns:a="http://schemas.openxmlformats.org/drawingml/2006/main">
              <a:ext uri="{FF2B5EF4-FFF2-40B4-BE49-F238E27FC236}">
                <a16:creationId xmlns:a16="http://schemas.microsoft.com/office/drawing/2014/main" id="{D821F9B4-CF01-41BE-9B90-B21C94C64A9B}"/>
              </a:ext>
            </a:extLst>
          </p:cNvPr>
          <p:cNvSpPr>
            <a:spLocks xmlns:a="http://schemas.openxmlformats.org/drawingml/2006/main" noGrp="1"/>
          </p:cNvSpPr>
          <p:nvPr/>
        </p:nvSpPr>
        <p:spPr>
          <a:xfrm xmlns:a="http://schemas.openxmlformats.org/drawingml/2006/main">
            <a:off x="609600" y="2209800"/>
            <a:ext cx="1924050" cy="1962150"/>
          </a:xfrm>
          <a:prstGeom xmlns:a="http://schemas.openxmlformats.org/drawingml/2006/main" prst="roundRect">
            <a:avLst>
              <a:gd name="adj" fmla="val 8911"/>
            </a:avLst>
          </a:prstGeom>
          <a:solidFill xmlns:a="http://schemas.openxmlformats.org/drawingml/2006/main">
            <a:srgbClr val="FFFFFF"/>
          </a:solidFill>
          <a:ln xmlns:a="http://schemas.openxmlformats.org/drawingml/2006/main" w="13335">
            <a:solidFill>
              <a:srgbClr val="E2E8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9" name="">
            <a:extLst xmlns:a="http://schemas.openxmlformats.org/drawingml/2006/main">
              <a:ext uri="{FF2B5EF4-FFF2-40B4-BE49-F238E27FC236}">
                <a16:creationId xmlns:a16="http://schemas.microsoft.com/office/drawing/2014/main" id="{FB9A9E26-6842-4D35-9D2D-FB8037E50D6A}"/>
              </a:ext>
            </a:extLst>
          </p:cNvPr>
          <p:cNvSpPr>
            <a:spLocks xmlns:a="http://schemas.openxmlformats.org/drawingml/2006/main" noGrp="1"/>
          </p:cNvSpPr>
          <p:nvPr/>
        </p:nvSpPr>
        <p:spPr>
          <a:xfrm xmlns:a="http://schemas.openxmlformats.org/drawingml/2006/main">
            <a:off x="819150" y="2419350"/>
            <a:ext cx="381000" cy="381000"/>
          </a:xfrm>
          <a:prstGeom xmlns:a="http://schemas.openxmlformats.org/drawingml/2006/main" prst="ellipse">
            <a:avLst/>
          </a:prstGeom>
          <a:solidFill xmlns:a="http://schemas.openxmlformats.org/drawingml/2006/main">
            <a:srgbClr val="2563EB"/>
          </a:solidFill>
          <a:ln xmlns:a="http://schemas.openxmlformats.org/drawingml/2006/main" w="9525">
            <a:solidFill>
              <a:srgbClr val="2563EB"/>
            </a:solidFill>
            <a:prstDash val="solid"/>
          </a:ln>
        </p:spPr>
      </p:sp>
      <p:sp>
        <p:nvSpPr>
          <p:cNvPr id="10" name="">
            <a:extLst xmlns:a="http://schemas.openxmlformats.org/drawingml/2006/main">
              <a:ext uri="{FF2B5EF4-FFF2-40B4-BE49-F238E27FC236}">
                <a16:creationId xmlns:a16="http://schemas.microsoft.com/office/drawing/2014/main" id="{2AE5A0E7-8F51-4E04-A4BA-7974FFE33472}"/>
              </a:ext>
            </a:extLst>
          </p:cNvPr>
          <p:cNvSpPr>
            <a:spLocks xmlns:a="http://schemas.openxmlformats.org/drawingml/2006/main" noGrp="1"/>
          </p:cNvSpPr>
          <p:nvPr/>
        </p:nvSpPr>
        <p:spPr>
          <a:xfrm xmlns:a="http://schemas.openxmlformats.org/drawingml/2006/main">
            <a:off x="819150" y="24193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00" b="1" i="0">
                <a:solidFill>
                  <a:srgbClr val="FFFFFF"/>
                </a:solidFill>
                <a:latin typeface="Aptos"/>
                <a:ea typeface="Aptos"/>
                <a:cs typeface="Aptos"/>
              </a:defRPr>
            </a:pPr>
            <a:r>
              <a:rPr sz="1500" b="1" i="0">
                <a:solidFill>
                  <a:srgbClr val="FFFFFF"/>
                </a:solidFill>
                <a:latin typeface="Aptos"/>
                <a:ea typeface="Aptos"/>
                <a:cs typeface="Aptos"/>
              </a:rPr>
              <a:t>1</a:t>
            </a:r>
          </a:p>
        </p:txBody>
      </p:sp>
      <p:sp>
        <p:nvSpPr>
          <p:cNvPr id="11" name="">
            <a:extLst xmlns:a="http://schemas.openxmlformats.org/drawingml/2006/main">
              <a:ext uri="{FF2B5EF4-FFF2-40B4-BE49-F238E27FC236}">
                <a16:creationId xmlns:a16="http://schemas.microsoft.com/office/drawing/2014/main" id="{22A7A5D4-227C-48BA-9255-0013BFB36072}"/>
              </a:ext>
            </a:extLst>
          </p:cNvPr>
          <p:cNvSpPr>
            <a:spLocks xmlns:a="http://schemas.openxmlformats.org/drawingml/2006/main" noGrp="1"/>
          </p:cNvSpPr>
          <p:nvPr/>
        </p:nvSpPr>
        <p:spPr>
          <a:xfrm xmlns:a="http://schemas.openxmlformats.org/drawingml/2006/main">
            <a:off x="1333500" y="2400300"/>
            <a:ext cx="990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1" i="0">
                <a:solidFill>
                  <a:srgbClr val="0B1F3A"/>
                </a:solidFill>
                <a:latin typeface="Aptos"/>
                <a:ea typeface="Aptos"/>
                <a:cs typeface="Aptos"/>
              </a:defRPr>
            </a:pPr>
            <a:r>
              <a:rPr sz="1875" b="1" i="0">
                <a:solidFill>
                  <a:srgbClr val="0B1F3A"/>
                </a:solidFill>
                <a:latin typeface="Aptos"/>
                <a:ea typeface="Aptos"/>
                <a:cs typeface="Aptos"/>
              </a:rPr>
              <a:t>Chọn đề</a:t>
            </a:r>
          </a:p>
        </p:txBody>
      </p:sp>
      <p:sp>
        <p:nvSpPr>
          <p:cNvPr id="12" name="">
            <a:extLst xmlns:a="http://schemas.openxmlformats.org/drawingml/2006/main">
              <a:ext uri="{FF2B5EF4-FFF2-40B4-BE49-F238E27FC236}">
                <a16:creationId xmlns:a16="http://schemas.microsoft.com/office/drawing/2014/main" id="{565011BE-72D3-4F62-A7CF-AAD0C01FE3EF}"/>
              </a:ext>
            </a:extLst>
          </p:cNvPr>
          <p:cNvSpPr>
            <a:spLocks xmlns:a="http://schemas.openxmlformats.org/drawingml/2006/main" noGrp="1"/>
          </p:cNvSpPr>
          <p:nvPr/>
        </p:nvSpPr>
        <p:spPr>
          <a:xfrm xmlns:a="http://schemas.openxmlformats.org/drawingml/2006/main">
            <a:off x="819150" y="2952750"/>
            <a:ext cx="15049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1575" b="0" i="0">
                <a:solidFill>
                  <a:srgbClr val="475569"/>
                </a:solidFill>
                <a:latin typeface="Aptos"/>
                <a:ea typeface="Aptos"/>
                <a:cs typeface="Aptos"/>
              </a:defRPr>
            </a:pPr>
            <a:r>
              <a:rPr sz="1575" b="0" i="0">
                <a:solidFill>
                  <a:srgbClr val="475569"/>
                </a:solidFill>
                <a:latin typeface="Aptos"/>
                <a:ea typeface="Aptos"/>
                <a:cs typeface="Aptos"/>
              </a:rPr>
              <a:t>task • topic • problem • reference</a:t>
            </a:r>
          </a:p>
        </p:txBody>
      </p:sp>
      <p:sp>
        <p:nvSpPr>
          <p:cNvPr id="13" name="">
            <a:extLst xmlns:a="http://schemas.openxmlformats.org/drawingml/2006/main">
              <a:ext uri="{FF2B5EF4-FFF2-40B4-BE49-F238E27FC236}">
                <a16:creationId xmlns:a16="http://schemas.microsoft.com/office/drawing/2014/main" id="{C9C5D57A-747C-4135-867F-0BFCE09867E9}"/>
              </a:ext>
            </a:extLst>
          </p:cNvPr>
          <p:cNvSpPr>
            <a:spLocks xmlns:a="http://schemas.openxmlformats.org/drawingml/2006/main" noGrp="1"/>
          </p:cNvSpPr>
          <p:nvPr/>
        </p:nvSpPr>
        <p:spPr>
          <a:xfrm xmlns:a="http://schemas.openxmlformats.org/drawingml/2006/main">
            <a:off x="2800350" y="2209800"/>
            <a:ext cx="1924050" cy="1962150"/>
          </a:xfrm>
          <a:prstGeom xmlns:a="http://schemas.openxmlformats.org/drawingml/2006/main" prst="roundRect">
            <a:avLst>
              <a:gd name="adj" fmla="val 8911"/>
            </a:avLst>
          </a:prstGeom>
          <a:solidFill xmlns:a="http://schemas.openxmlformats.org/drawingml/2006/main">
            <a:srgbClr val="FFFFFF"/>
          </a:solidFill>
          <a:ln xmlns:a="http://schemas.openxmlformats.org/drawingml/2006/main" w="13335">
            <a:solidFill>
              <a:srgbClr val="E2E8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4" name="">
            <a:extLst xmlns:a="http://schemas.openxmlformats.org/drawingml/2006/main">
              <a:ext uri="{FF2B5EF4-FFF2-40B4-BE49-F238E27FC236}">
                <a16:creationId xmlns:a16="http://schemas.microsoft.com/office/drawing/2014/main" id="{D82CD148-D0BA-488C-87E0-9760BC8E7CE8}"/>
              </a:ext>
            </a:extLst>
          </p:cNvPr>
          <p:cNvSpPr>
            <a:spLocks xmlns:a="http://schemas.openxmlformats.org/drawingml/2006/main" noGrp="1"/>
          </p:cNvSpPr>
          <p:nvPr/>
        </p:nvSpPr>
        <p:spPr>
          <a:xfrm xmlns:a="http://schemas.openxmlformats.org/drawingml/2006/main">
            <a:off x="3009900" y="2419350"/>
            <a:ext cx="381000" cy="381000"/>
          </a:xfrm>
          <a:prstGeom xmlns:a="http://schemas.openxmlformats.org/drawingml/2006/main" prst="ellipse">
            <a:avLst/>
          </a:prstGeom>
          <a:solidFill xmlns:a="http://schemas.openxmlformats.org/drawingml/2006/main">
            <a:srgbClr val="0891B2"/>
          </a:solidFill>
          <a:ln xmlns:a="http://schemas.openxmlformats.org/drawingml/2006/main" w="9525">
            <a:solidFill>
              <a:srgbClr val="0891B2"/>
            </a:solidFill>
            <a:prstDash val="solid"/>
          </a:ln>
        </p:spPr>
      </p:sp>
      <p:sp>
        <p:nvSpPr>
          <p:cNvPr id="15" name="">
            <a:extLst xmlns:a="http://schemas.openxmlformats.org/drawingml/2006/main">
              <a:ext uri="{FF2B5EF4-FFF2-40B4-BE49-F238E27FC236}">
                <a16:creationId xmlns:a16="http://schemas.microsoft.com/office/drawing/2014/main" id="{60EBB9D3-4AB3-4F70-A29C-78D45C6F9A5D}"/>
              </a:ext>
            </a:extLst>
          </p:cNvPr>
          <p:cNvSpPr>
            <a:spLocks xmlns:a="http://schemas.openxmlformats.org/drawingml/2006/main" noGrp="1"/>
          </p:cNvSpPr>
          <p:nvPr/>
        </p:nvSpPr>
        <p:spPr>
          <a:xfrm xmlns:a="http://schemas.openxmlformats.org/drawingml/2006/main">
            <a:off x="3009900" y="24193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00" b="1" i="0">
                <a:solidFill>
                  <a:srgbClr val="FFFFFF"/>
                </a:solidFill>
                <a:latin typeface="Aptos"/>
                <a:ea typeface="Aptos"/>
                <a:cs typeface="Aptos"/>
              </a:defRPr>
            </a:pPr>
            <a:r>
              <a:rPr sz="1500" b="1" i="0">
                <a:solidFill>
                  <a:srgbClr val="FFFFFF"/>
                </a:solidFill>
                <a:latin typeface="Aptos"/>
                <a:ea typeface="Aptos"/>
                <a:cs typeface="Aptos"/>
              </a:rPr>
              <a:t>2</a:t>
            </a:r>
          </a:p>
        </p:txBody>
      </p:sp>
      <p:sp>
        <p:nvSpPr>
          <p:cNvPr id="16" name="">
            <a:extLst xmlns:a="http://schemas.openxmlformats.org/drawingml/2006/main">
              <a:ext uri="{FF2B5EF4-FFF2-40B4-BE49-F238E27FC236}">
                <a16:creationId xmlns:a16="http://schemas.microsoft.com/office/drawing/2014/main" id="{90F03979-2C91-450B-89D1-419248746834}"/>
              </a:ext>
            </a:extLst>
          </p:cNvPr>
          <p:cNvSpPr>
            <a:spLocks xmlns:a="http://schemas.openxmlformats.org/drawingml/2006/main" noGrp="1"/>
          </p:cNvSpPr>
          <p:nvPr/>
        </p:nvSpPr>
        <p:spPr>
          <a:xfrm xmlns:a="http://schemas.openxmlformats.org/drawingml/2006/main">
            <a:off x="3524250" y="2400300"/>
            <a:ext cx="990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1" i="0">
                <a:solidFill>
                  <a:srgbClr val="0B1F3A"/>
                </a:solidFill>
                <a:latin typeface="Aptos"/>
                <a:ea typeface="Aptos"/>
                <a:cs typeface="Aptos"/>
              </a:defRPr>
            </a:pPr>
            <a:r>
              <a:rPr sz="1875" b="1" i="0">
                <a:solidFill>
                  <a:srgbClr val="0B1F3A"/>
                </a:solidFill>
                <a:latin typeface="Aptos"/>
                <a:ea typeface="Aptos"/>
                <a:cs typeface="Aptos"/>
              </a:rPr>
              <a:t>Nộp bài</a:t>
            </a:r>
          </a:p>
        </p:txBody>
      </p:sp>
      <p:sp>
        <p:nvSpPr>
          <p:cNvPr id="17" name="">
            <a:extLst xmlns:a="http://schemas.openxmlformats.org/drawingml/2006/main">
              <a:ext uri="{FF2B5EF4-FFF2-40B4-BE49-F238E27FC236}">
                <a16:creationId xmlns:a16="http://schemas.microsoft.com/office/drawing/2014/main" id="{76D32537-4BE2-46C5-A615-855DA92491DC}"/>
              </a:ext>
            </a:extLst>
          </p:cNvPr>
          <p:cNvSpPr>
            <a:spLocks xmlns:a="http://schemas.openxmlformats.org/drawingml/2006/main" noGrp="1"/>
          </p:cNvSpPr>
          <p:nvPr/>
        </p:nvSpPr>
        <p:spPr>
          <a:xfrm xmlns:a="http://schemas.openxmlformats.org/drawingml/2006/main">
            <a:off x="3009900" y="2952750"/>
            <a:ext cx="15049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1575" b="0" i="0">
                <a:solidFill>
                  <a:srgbClr val="475569"/>
                </a:solidFill>
                <a:latin typeface="Aptos"/>
                <a:ea typeface="Aptos"/>
                <a:cs typeface="Aptos"/>
              </a:defRPr>
            </a:pPr>
            <a:r>
              <a:rPr sz="1575" b="0" i="0">
                <a:solidFill>
                  <a:srgbClr val="475569"/>
                </a:solidFill>
                <a:latin typeface="Aptos"/>
                <a:ea typeface="Aptos"/>
                <a:cs typeface="Aptos"/>
              </a:rPr>
              <a:t>exerciseId • userId • essay</a:t>
            </a:r>
          </a:p>
        </p:txBody>
      </p:sp>
      <p:sp>
        <p:nvSpPr>
          <p:cNvPr id="18" name="">
            <a:extLst xmlns:a="http://schemas.openxmlformats.org/drawingml/2006/main">
              <a:ext uri="{FF2B5EF4-FFF2-40B4-BE49-F238E27FC236}">
                <a16:creationId xmlns:a16="http://schemas.microsoft.com/office/drawing/2014/main" id="{AC793470-BF7D-4208-9C52-50FB7CB14EDE}"/>
              </a:ext>
            </a:extLst>
          </p:cNvPr>
          <p:cNvSpPr>
            <a:spLocks xmlns:a="http://schemas.openxmlformats.org/drawingml/2006/main" noGrp="1"/>
          </p:cNvSpPr>
          <p:nvPr/>
        </p:nvSpPr>
        <p:spPr>
          <a:xfrm xmlns:a="http://schemas.openxmlformats.org/drawingml/2006/main">
            <a:off x="4991100" y="2209800"/>
            <a:ext cx="1924050" cy="1962150"/>
          </a:xfrm>
          <a:prstGeom xmlns:a="http://schemas.openxmlformats.org/drawingml/2006/main" prst="roundRect">
            <a:avLst>
              <a:gd name="adj" fmla="val 8911"/>
            </a:avLst>
          </a:prstGeom>
          <a:solidFill xmlns:a="http://schemas.openxmlformats.org/drawingml/2006/main">
            <a:srgbClr val="FFFFFF"/>
          </a:solidFill>
          <a:ln xmlns:a="http://schemas.openxmlformats.org/drawingml/2006/main" w="13335">
            <a:solidFill>
              <a:srgbClr val="E2E8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9" name="">
            <a:extLst xmlns:a="http://schemas.openxmlformats.org/drawingml/2006/main">
              <a:ext uri="{FF2B5EF4-FFF2-40B4-BE49-F238E27FC236}">
                <a16:creationId xmlns:a16="http://schemas.microsoft.com/office/drawing/2014/main" id="{906FFFD4-4731-45E5-877B-5AC897B9509D}"/>
              </a:ext>
            </a:extLst>
          </p:cNvPr>
          <p:cNvSpPr>
            <a:spLocks xmlns:a="http://schemas.openxmlformats.org/drawingml/2006/main" noGrp="1"/>
          </p:cNvSpPr>
          <p:nvPr/>
        </p:nvSpPr>
        <p:spPr>
          <a:xfrm xmlns:a="http://schemas.openxmlformats.org/drawingml/2006/main">
            <a:off x="5200650" y="2419350"/>
            <a:ext cx="381000" cy="381000"/>
          </a:xfrm>
          <a:prstGeom xmlns:a="http://schemas.openxmlformats.org/drawingml/2006/main" prst="ellipse">
            <a:avLst/>
          </a:prstGeom>
          <a:solidFill xmlns:a="http://schemas.openxmlformats.org/drawingml/2006/main">
            <a:srgbClr val="0B1F3A"/>
          </a:solidFill>
          <a:ln xmlns:a="http://schemas.openxmlformats.org/drawingml/2006/main" w="9525">
            <a:solidFill>
              <a:srgbClr val="0B1F3A"/>
            </a:solidFill>
            <a:prstDash val="solid"/>
          </a:ln>
        </p:spPr>
      </p:sp>
      <p:sp>
        <p:nvSpPr>
          <p:cNvPr id="20" name="">
            <a:extLst xmlns:a="http://schemas.openxmlformats.org/drawingml/2006/main">
              <a:ext uri="{FF2B5EF4-FFF2-40B4-BE49-F238E27FC236}">
                <a16:creationId xmlns:a16="http://schemas.microsoft.com/office/drawing/2014/main" id="{DCC4786F-A7BE-4F3F-9AE7-17A3C7688BBC}"/>
              </a:ext>
            </a:extLst>
          </p:cNvPr>
          <p:cNvSpPr>
            <a:spLocks xmlns:a="http://schemas.openxmlformats.org/drawingml/2006/main" noGrp="1"/>
          </p:cNvSpPr>
          <p:nvPr/>
        </p:nvSpPr>
        <p:spPr>
          <a:xfrm xmlns:a="http://schemas.openxmlformats.org/drawingml/2006/main">
            <a:off x="5200650" y="24193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00" b="1" i="0">
                <a:solidFill>
                  <a:srgbClr val="FFFFFF"/>
                </a:solidFill>
                <a:latin typeface="Aptos"/>
                <a:ea typeface="Aptos"/>
                <a:cs typeface="Aptos"/>
              </a:defRPr>
            </a:pPr>
            <a:r>
              <a:rPr sz="1500" b="1" i="0">
                <a:solidFill>
                  <a:srgbClr val="FFFFFF"/>
                </a:solidFill>
                <a:latin typeface="Aptos"/>
                <a:ea typeface="Aptos"/>
                <a:cs typeface="Aptos"/>
              </a:rPr>
              <a:t>3</a:t>
            </a:r>
          </a:p>
        </p:txBody>
      </p:sp>
      <p:sp>
        <p:nvSpPr>
          <p:cNvPr id="21" name="">
            <a:extLst xmlns:a="http://schemas.openxmlformats.org/drawingml/2006/main">
              <a:ext uri="{FF2B5EF4-FFF2-40B4-BE49-F238E27FC236}">
                <a16:creationId xmlns:a16="http://schemas.microsoft.com/office/drawing/2014/main" id="{33FA77D4-3034-4649-8EEE-DB0347510C15}"/>
              </a:ext>
            </a:extLst>
          </p:cNvPr>
          <p:cNvSpPr>
            <a:spLocks xmlns:a="http://schemas.openxmlformats.org/drawingml/2006/main" noGrp="1"/>
          </p:cNvSpPr>
          <p:nvPr/>
        </p:nvSpPr>
        <p:spPr>
          <a:xfrm xmlns:a="http://schemas.openxmlformats.org/drawingml/2006/main">
            <a:off x="5715000" y="2400300"/>
            <a:ext cx="990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1" i="0">
                <a:solidFill>
                  <a:srgbClr val="0B1F3A"/>
                </a:solidFill>
                <a:latin typeface="Aptos"/>
                <a:ea typeface="Aptos"/>
                <a:cs typeface="Aptos"/>
              </a:defRPr>
            </a:pPr>
            <a:r>
              <a:rPr sz="1875" b="1" i="0">
                <a:solidFill>
                  <a:srgbClr val="0B1F3A"/>
                </a:solidFill>
                <a:latin typeface="Aptos"/>
                <a:ea typeface="Aptos"/>
                <a:cs typeface="Aptos"/>
              </a:rPr>
              <a:t>Prompt</a:t>
            </a:r>
          </a:p>
        </p:txBody>
      </p:sp>
      <p:sp>
        <p:nvSpPr>
          <p:cNvPr id="22" name="">
            <a:extLst xmlns:a="http://schemas.openxmlformats.org/drawingml/2006/main">
              <a:ext uri="{FF2B5EF4-FFF2-40B4-BE49-F238E27FC236}">
                <a16:creationId xmlns:a16="http://schemas.microsoft.com/office/drawing/2014/main" id="{37A3EB04-C51C-4DF0-A2D6-8C0B7489641E}"/>
              </a:ext>
            </a:extLst>
          </p:cNvPr>
          <p:cNvSpPr>
            <a:spLocks xmlns:a="http://schemas.openxmlformats.org/drawingml/2006/main" noGrp="1"/>
          </p:cNvSpPr>
          <p:nvPr/>
        </p:nvSpPr>
        <p:spPr>
          <a:xfrm xmlns:a="http://schemas.openxmlformats.org/drawingml/2006/main">
            <a:off x="5200650" y="2952750"/>
            <a:ext cx="15049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1575" b="0" i="0">
                <a:solidFill>
                  <a:srgbClr val="475569"/>
                </a:solidFill>
                <a:latin typeface="Aptos"/>
                <a:ea typeface="Aptos"/>
                <a:cs typeface="Aptos"/>
              </a:defRPr>
            </a:pPr>
            <a:r>
              <a:rPr sz="1575" b="0" i="0">
                <a:solidFill>
                  <a:srgbClr val="475569"/>
                </a:solidFill>
                <a:latin typeface="Aptos"/>
                <a:ea typeface="Aptos"/>
                <a:cs typeface="Aptos"/>
              </a:rPr>
              <a:t>examiner rule + evaluationPrompt + essay</a:t>
            </a:r>
          </a:p>
        </p:txBody>
      </p:sp>
      <p:sp>
        <p:nvSpPr>
          <p:cNvPr id="23" name="">
            <a:extLst xmlns:a="http://schemas.openxmlformats.org/drawingml/2006/main">
              <a:ext uri="{FF2B5EF4-FFF2-40B4-BE49-F238E27FC236}">
                <a16:creationId xmlns:a16="http://schemas.microsoft.com/office/drawing/2014/main" id="{983B83E6-0BF2-4DEA-9D22-A79B5B82466C}"/>
              </a:ext>
            </a:extLst>
          </p:cNvPr>
          <p:cNvSpPr>
            <a:spLocks xmlns:a="http://schemas.openxmlformats.org/drawingml/2006/main" noGrp="1"/>
          </p:cNvSpPr>
          <p:nvPr/>
        </p:nvSpPr>
        <p:spPr>
          <a:xfrm xmlns:a="http://schemas.openxmlformats.org/drawingml/2006/main">
            <a:off x="7181850" y="2209800"/>
            <a:ext cx="1924050" cy="1962150"/>
          </a:xfrm>
          <a:prstGeom xmlns:a="http://schemas.openxmlformats.org/drawingml/2006/main" prst="roundRect">
            <a:avLst>
              <a:gd name="adj" fmla="val 8911"/>
            </a:avLst>
          </a:prstGeom>
          <a:solidFill xmlns:a="http://schemas.openxmlformats.org/drawingml/2006/main">
            <a:srgbClr val="FFFFFF"/>
          </a:solidFill>
          <a:ln xmlns:a="http://schemas.openxmlformats.org/drawingml/2006/main" w="13335">
            <a:solidFill>
              <a:srgbClr val="E2E8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4" name="">
            <a:extLst xmlns:a="http://schemas.openxmlformats.org/drawingml/2006/main">
              <a:ext uri="{FF2B5EF4-FFF2-40B4-BE49-F238E27FC236}">
                <a16:creationId xmlns:a16="http://schemas.microsoft.com/office/drawing/2014/main" id="{78346F41-B8A9-4188-9FCF-4A2EA21B666D}"/>
              </a:ext>
            </a:extLst>
          </p:cNvPr>
          <p:cNvSpPr>
            <a:spLocks xmlns:a="http://schemas.openxmlformats.org/drawingml/2006/main" noGrp="1"/>
          </p:cNvSpPr>
          <p:nvPr/>
        </p:nvSpPr>
        <p:spPr>
          <a:xfrm xmlns:a="http://schemas.openxmlformats.org/drawingml/2006/main">
            <a:off x="7391400" y="2419350"/>
            <a:ext cx="381000" cy="381000"/>
          </a:xfrm>
          <a:prstGeom xmlns:a="http://schemas.openxmlformats.org/drawingml/2006/main" prst="ellipse">
            <a:avLst/>
          </a:prstGeom>
          <a:solidFill xmlns:a="http://schemas.openxmlformats.org/drawingml/2006/main">
            <a:srgbClr val="D97706"/>
          </a:solidFill>
          <a:ln xmlns:a="http://schemas.openxmlformats.org/drawingml/2006/main" w="9525">
            <a:solidFill>
              <a:srgbClr val="D97706"/>
            </a:solidFill>
            <a:prstDash val="solid"/>
          </a:ln>
        </p:spPr>
      </p:sp>
      <p:sp>
        <p:nvSpPr>
          <p:cNvPr id="25" name="">
            <a:extLst xmlns:a="http://schemas.openxmlformats.org/drawingml/2006/main">
              <a:ext uri="{FF2B5EF4-FFF2-40B4-BE49-F238E27FC236}">
                <a16:creationId xmlns:a16="http://schemas.microsoft.com/office/drawing/2014/main" id="{3612E15D-04D1-4272-9423-EDA107585500}"/>
              </a:ext>
            </a:extLst>
          </p:cNvPr>
          <p:cNvSpPr>
            <a:spLocks xmlns:a="http://schemas.openxmlformats.org/drawingml/2006/main" noGrp="1"/>
          </p:cNvSpPr>
          <p:nvPr/>
        </p:nvSpPr>
        <p:spPr>
          <a:xfrm xmlns:a="http://schemas.openxmlformats.org/drawingml/2006/main">
            <a:off x="7391400" y="24193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00" b="1" i="0">
                <a:solidFill>
                  <a:srgbClr val="FFFFFF"/>
                </a:solidFill>
                <a:latin typeface="Aptos"/>
                <a:ea typeface="Aptos"/>
                <a:cs typeface="Aptos"/>
              </a:defRPr>
            </a:pPr>
            <a:r>
              <a:rPr sz="1500" b="1" i="0">
                <a:solidFill>
                  <a:srgbClr val="FFFFFF"/>
                </a:solidFill>
                <a:latin typeface="Aptos"/>
                <a:ea typeface="Aptos"/>
                <a:cs typeface="Aptos"/>
              </a:rPr>
              <a:t>4</a:t>
            </a:r>
          </a:p>
        </p:txBody>
      </p:sp>
      <p:sp>
        <p:nvSpPr>
          <p:cNvPr id="26" name="">
            <a:extLst xmlns:a="http://schemas.openxmlformats.org/drawingml/2006/main">
              <a:ext uri="{FF2B5EF4-FFF2-40B4-BE49-F238E27FC236}">
                <a16:creationId xmlns:a16="http://schemas.microsoft.com/office/drawing/2014/main" id="{D34761E9-EFA1-4F09-AFC9-A1F487E679B1}"/>
              </a:ext>
            </a:extLst>
          </p:cNvPr>
          <p:cNvSpPr>
            <a:spLocks xmlns:a="http://schemas.openxmlformats.org/drawingml/2006/main" noGrp="1"/>
          </p:cNvSpPr>
          <p:nvPr/>
        </p:nvSpPr>
        <p:spPr>
          <a:xfrm xmlns:a="http://schemas.openxmlformats.org/drawingml/2006/main">
            <a:off x="7905750" y="2400300"/>
            <a:ext cx="990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1" i="0">
                <a:solidFill>
                  <a:srgbClr val="0B1F3A"/>
                </a:solidFill>
                <a:latin typeface="Aptos"/>
                <a:ea typeface="Aptos"/>
                <a:cs typeface="Aptos"/>
              </a:defRPr>
            </a:pPr>
            <a:r>
              <a:rPr sz="1875" b="1" i="0">
                <a:solidFill>
                  <a:srgbClr val="0B1F3A"/>
                </a:solidFill>
                <a:latin typeface="Aptos"/>
                <a:ea typeface="Aptos"/>
                <a:cs typeface="Aptos"/>
              </a:rPr>
              <a:t>Groq AI</a:t>
            </a:r>
          </a:p>
        </p:txBody>
      </p:sp>
      <p:sp>
        <p:nvSpPr>
          <p:cNvPr id="27" name="">
            <a:extLst xmlns:a="http://schemas.openxmlformats.org/drawingml/2006/main">
              <a:ext uri="{FF2B5EF4-FFF2-40B4-BE49-F238E27FC236}">
                <a16:creationId xmlns:a16="http://schemas.microsoft.com/office/drawing/2014/main" id="{C306B0B3-8C3E-4548-AF75-157D5794970A}"/>
              </a:ext>
            </a:extLst>
          </p:cNvPr>
          <p:cNvSpPr>
            <a:spLocks xmlns:a="http://schemas.openxmlformats.org/drawingml/2006/main" noGrp="1"/>
          </p:cNvSpPr>
          <p:nvPr/>
        </p:nvSpPr>
        <p:spPr>
          <a:xfrm xmlns:a="http://schemas.openxmlformats.org/drawingml/2006/main">
            <a:off x="7391400" y="2952750"/>
            <a:ext cx="15049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1575" b="0" i="0">
                <a:solidFill>
                  <a:srgbClr val="475569"/>
                </a:solidFill>
                <a:latin typeface="Aptos"/>
                <a:ea typeface="Aptos"/>
                <a:cs typeface="Aptos"/>
              </a:defRPr>
            </a:pPr>
            <a:r>
              <a:rPr sz="1575" b="0" i="0">
                <a:solidFill>
                  <a:srgbClr val="475569"/>
                </a:solidFill>
                <a:latin typeface="Aptos"/>
                <a:ea typeface="Aptos"/>
                <a:cs typeface="Aptos"/>
              </a:rPr>
              <a:t>openai/</a:t>
            </a:r>
          </a:p>
          <a:p xmlns:a="http://schemas.openxmlformats.org/drawingml/2006/main">
            <a:pPr algn="l">
              <a:lnSpc>
                <a:spcPct val="106000"/>
              </a:lnSpc>
              <a:buNone/>
              <a:defRPr sz="1575" b="0" i="0">
                <a:solidFill>
                  <a:srgbClr val="475569"/>
                </a:solidFill>
                <a:latin typeface="Aptos"/>
                <a:ea typeface="Aptos"/>
                <a:cs typeface="Aptos"/>
              </a:defRPr>
            </a:pPr>
            <a:r>
              <a:rPr sz="1575" b="0" i="0">
                <a:solidFill>
                  <a:srgbClr val="475569"/>
                </a:solidFill>
                <a:latin typeface="Aptos"/>
                <a:ea typeface="Aptos"/>
                <a:cs typeface="Aptos"/>
              </a:rPr>
              <a:t>gpt-oss-120b</a:t>
            </a:r>
          </a:p>
          <a:p xmlns:a="http://schemas.openxmlformats.org/drawingml/2006/main">
            <a:pPr algn="l">
              <a:lnSpc>
                <a:spcPct val="106000"/>
              </a:lnSpc>
              <a:buNone/>
              <a:defRPr sz="1575" b="0" i="0">
                <a:solidFill>
                  <a:srgbClr val="475569"/>
                </a:solidFill>
                <a:latin typeface="Aptos"/>
                <a:ea typeface="Aptos"/>
                <a:cs typeface="Aptos"/>
              </a:defRPr>
            </a:pPr>
            <a:r>
              <a:rPr sz="1575" b="0" i="0">
                <a:solidFill>
                  <a:srgbClr val="475569"/>
                </a:solidFill>
                <a:latin typeface="Aptos"/>
                <a:ea typeface="Aptos"/>
                <a:cs typeface="Aptos"/>
              </a:rPr>
              <a:t>T = 0.1</a:t>
            </a:r>
          </a:p>
        </p:txBody>
      </p:sp>
      <p:sp>
        <p:nvSpPr>
          <p:cNvPr id="28" name="">
            <a:extLst xmlns:a="http://schemas.openxmlformats.org/drawingml/2006/main">
              <a:ext uri="{FF2B5EF4-FFF2-40B4-BE49-F238E27FC236}">
                <a16:creationId xmlns:a16="http://schemas.microsoft.com/office/drawing/2014/main" id="{FDD2CDCE-BDA8-40D2-B5CE-27C4CEE0C339}"/>
              </a:ext>
            </a:extLst>
          </p:cNvPr>
          <p:cNvSpPr>
            <a:spLocks xmlns:a="http://schemas.openxmlformats.org/drawingml/2006/main" noGrp="1"/>
          </p:cNvSpPr>
          <p:nvPr/>
        </p:nvSpPr>
        <p:spPr>
          <a:xfrm xmlns:a="http://schemas.openxmlformats.org/drawingml/2006/main">
            <a:off x="9372600" y="2209800"/>
            <a:ext cx="1924050" cy="1962150"/>
          </a:xfrm>
          <a:prstGeom xmlns:a="http://schemas.openxmlformats.org/drawingml/2006/main" prst="roundRect">
            <a:avLst>
              <a:gd name="adj" fmla="val 8911"/>
            </a:avLst>
          </a:prstGeom>
          <a:solidFill xmlns:a="http://schemas.openxmlformats.org/drawingml/2006/main">
            <a:srgbClr val="FFFFFF"/>
          </a:solidFill>
          <a:ln xmlns:a="http://schemas.openxmlformats.org/drawingml/2006/main" w="13335">
            <a:solidFill>
              <a:srgbClr val="E2E8F0"/>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9" name="">
            <a:extLst xmlns:a="http://schemas.openxmlformats.org/drawingml/2006/main">
              <a:ext uri="{FF2B5EF4-FFF2-40B4-BE49-F238E27FC236}">
                <a16:creationId xmlns:a16="http://schemas.microsoft.com/office/drawing/2014/main" id="{41E1B528-CE97-40BE-8D33-E6B2265D5DC7}"/>
              </a:ext>
            </a:extLst>
          </p:cNvPr>
          <p:cNvSpPr>
            <a:spLocks xmlns:a="http://schemas.openxmlformats.org/drawingml/2006/main" noGrp="1"/>
          </p:cNvSpPr>
          <p:nvPr/>
        </p:nvSpPr>
        <p:spPr>
          <a:xfrm xmlns:a="http://schemas.openxmlformats.org/drawingml/2006/main">
            <a:off x="9582150" y="2419350"/>
            <a:ext cx="381000" cy="381000"/>
          </a:xfrm>
          <a:prstGeom xmlns:a="http://schemas.openxmlformats.org/drawingml/2006/main" prst="ellipse">
            <a:avLst/>
          </a:prstGeom>
          <a:solidFill xmlns:a="http://schemas.openxmlformats.org/drawingml/2006/main">
            <a:srgbClr val="059669"/>
          </a:solidFill>
          <a:ln xmlns:a="http://schemas.openxmlformats.org/drawingml/2006/main" w="9525">
            <a:solidFill>
              <a:srgbClr val="059669"/>
            </a:solidFill>
            <a:prstDash val="solid"/>
          </a:ln>
        </p:spPr>
      </p:sp>
      <p:sp>
        <p:nvSpPr>
          <p:cNvPr id="30" name="">
            <a:extLst xmlns:a="http://schemas.openxmlformats.org/drawingml/2006/main">
              <a:ext uri="{FF2B5EF4-FFF2-40B4-BE49-F238E27FC236}">
                <a16:creationId xmlns:a16="http://schemas.microsoft.com/office/drawing/2014/main" id="{987B5F41-9256-4510-AC78-97B810403AF8}"/>
              </a:ext>
            </a:extLst>
          </p:cNvPr>
          <p:cNvSpPr>
            <a:spLocks xmlns:a="http://schemas.openxmlformats.org/drawingml/2006/main" noGrp="1"/>
          </p:cNvSpPr>
          <p:nvPr/>
        </p:nvSpPr>
        <p:spPr>
          <a:xfrm xmlns:a="http://schemas.openxmlformats.org/drawingml/2006/main">
            <a:off x="9582150" y="24193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00" b="1" i="0">
                <a:solidFill>
                  <a:srgbClr val="FFFFFF"/>
                </a:solidFill>
                <a:latin typeface="Aptos"/>
                <a:ea typeface="Aptos"/>
                <a:cs typeface="Aptos"/>
              </a:defRPr>
            </a:pPr>
            <a:r>
              <a:rPr sz="1500" b="1" i="0">
                <a:solidFill>
                  <a:srgbClr val="FFFFFF"/>
                </a:solidFill>
                <a:latin typeface="Aptos"/>
                <a:ea typeface="Aptos"/>
                <a:cs typeface="Aptos"/>
              </a:rPr>
              <a:t>5</a:t>
            </a:r>
          </a:p>
        </p:txBody>
      </p:sp>
      <p:sp>
        <p:nvSpPr>
          <p:cNvPr id="31" name="">
            <a:extLst xmlns:a="http://schemas.openxmlformats.org/drawingml/2006/main">
              <a:ext uri="{FF2B5EF4-FFF2-40B4-BE49-F238E27FC236}">
                <a16:creationId xmlns:a16="http://schemas.microsoft.com/office/drawing/2014/main" id="{8FE02F90-14D8-4D28-9C0F-EB2669410484}"/>
              </a:ext>
            </a:extLst>
          </p:cNvPr>
          <p:cNvSpPr>
            <a:spLocks xmlns:a="http://schemas.openxmlformats.org/drawingml/2006/main" noGrp="1"/>
          </p:cNvSpPr>
          <p:nvPr/>
        </p:nvSpPr>
        <p:spPr>
          <a:xfrm xmlns:a="http://schemas.openxmlformats.org/drawingml/2006/main">
            <a:off x="10096500" y="2400300"/>
            <a:ext cx="990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1" i="0">
                <a:solidFill>
                  <a:srgbClr val="0B1F3A"/>
                </a:solidFill>
                <a:latin typeface="Aptos"/>
                <a:ea typeface="Aptos"/>
                <a:cs typeface="Aptos"/>
              </a:defRPr>
            </a:pPr>
            <a:r>
              <a:rPr sz="1875" b="1" i="0">
                <a:solidFill>
                  <a:srgbClr val="0B1F3A"/>
                </a:solidFill>
                <a:latin typeface="Aptos"/>
                <a:ea typeface="Aptos"/>
                <a:cs typeface="Aptos"/>
              </a:rPr>
              <a:t>Lưu review</a:t>
            </a:r>
          </a:p>
        </p:txBody>
      </p:sp>
      <p:sp>
        <p:nvSpPr>
          <p:cNvPr id="32" name="">
            <a:extLst xmlns:a="http://schemas.openxmlformats.org/drawingml/2006/main">
              <a:ext uri="{FF2B5EF4-FFF2-40B4-BE49-F238E27FC236}">
                <a16:creationId xmlns:a16="http://schemas.microsoft.com/office/drawing/2014/main" id="{DA584BDB-5936-4530-86FA-E4B002DD3166}"/>
              </a:ext>
            </a:extLst>
          </p:cNvPr>
          <p:cNvSpPr>
            <a:spLocks xmlns:a="http://schemas.openxmlformats.org/drawingml/2006/main" noGrp="1"/>
          </p:cNvSpPr>
          <p:nvPr/>
        </p:nvSpPr>
        <p:spPr>
          <a:xfrm xmlns:a="http://schemas.openxmlformats.org/drawingml/2006/main">
            <a:off x="9582150" y="2952750"/>
            <a:ext cx="15049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6000"/>
              </a:lnSpc>
              <a:buNone/>
              <a:defRPr sz="1575" b="0" i="0">
                <a:solidFill>
                  <a:srgbClr val="475569"/>
                </a:solidFill>
                <a:latin typeface="Aptos"/>
                <a:ea typeface="Aptos"/>
                <a:cs typeface="Aptos"/>
              </a:defRPr>
            </a:pPr>
            <a:r>
              <a:rPr sz="1575" b="0" i="0">
                <a:solidFill>
                  <a:srgbClr val="475569"/>
                </a:solidFill>
                <a:latin typeface="Aptos"/>
                <a:ea typeface="Aptos"/>
                <a:cs typeface="Aptos"/>
              </a:rPr>
              <a:t>IELTS_WRITING_</a:t>
            </a:r>
          </a:p>
          <a:p xmlns:a="http://schemas.openxmlformats.org/drawingml/2006/main">
            <a:pPr algn="l">
              <a:lnSpc>
                <a:spcPct val="106000"/>
              </a:lnSpc>
              <a:buNone/>
              <a:defRPr sz="1575" b="0" i="0">
                <a:solidFill>
                  <a:srgbClr val="475569"/>
                </a:solidFill>
                <a:latin typeface="Aptos"/>
                <a:ea typeface="Aptos"/>
                <a:cs typeface="Aptos"/>
              </a:defRPr>
            </a:pPr>
            <a:r>
              <a:rPr sz="1575" b="0" i="0">
                <a:solidFill>
                  <a:srgbClr val="475569"/>
                </a:solidFill>
                <a:latin typeface="Aptos"/>
                <a:ea typeface="Aptos"/>
                <a:cs typeface="Aptos"/>
              </a:rPr>
              <a:t>REVIEW</a:t>
            </a:r>
          </a:p>
          <a:p xmlns:a="http://schemas.openxmlformats.org/drawingml/2006/main">
            <a:pPr algn="l">
              <a:lnSpc>
                <a:spcPct val="106000"/>
              </a:lnSpc>
              <a:buNone/>
              <a:defRPr sz="1575" b="0" i="0">
                <a:solidFill>
                  <a:srgbClr val="475569"/>
                </a:solidFill>
                <a:latin typeface="Aptos"/>
                <a:ea typeface="Aptos"/>
                <a:cs typeface="Aptos"/>
              </a:defRPr>
            </a:pPr>
            <a:r>
              <a:rPr sz="1575" b="0" i="0">
                <a:solidFill>
                  <a:srgbClr val="475569"/>
                </a:solidFill>
                <a:latin typeface="Aptos"/>
                <a:ea typeface="Aptos"/>
                <a:cs typeface="Aptos"/>
              </a:rPr>
              <a:t>attempt</a:t>
            </a:r>
          </a:p>
        </p:txBody>
      </p:sp>
      <p:cxnSp>
        <p:nvCxnSpPr>
          <p:cNvPr id="75" name=""/>
          <p:cNvCxnSpPr>
            <a:stCxn xmlns:a="http://schemas.openxmlformats.org/drawingml/2006/main" id="8" idx="3"/>
            <a:endCxn xmlns:a="http://schemas.openxmlformats.org/drawingml/2006/main" id="13" idx="1"/>
          </p:cNvCxnSpPr>
          <p:nvPr/>
        </p:nvCxnSpPr>
        <p:spPr>
          <a:xfrm xmlns:a="http://schemas.openxmlformats.org/drawingml/2006/main">
            <a:off x="2533650" y="3190875"/>
            <a:ext cx="266700" cy="0"/>
          </a:xfrm>
          <a:prstGeom xmlns:a="http://schemas.openxmlformats.org/drawingml/2006/main" prst="straightConnector1">
            <a:avLst/>
          </a:prstGeom>
          <a:ln xmlns:a="http://schemas.openxmlformats.org/drawingml/2006/main" w="20955">
            <a:solidFill>
              <a:srgbClr val="2563EB"/>
            </a:solidFill>
            <a:prstDash val="solid"/>
            <a:tailEnd type="triangle" w="sm" len="sm"/>
          </a:ln>
        </p:spPr>
      </p:cxnSp>
      <p:cxnSp>
        <p:nvCxnSpPr>
          <p:cNvPr id="76" name=""/>
          <p:cNvCxnSpPr>
            <a:stCxn xmlns:a="http://schemas.openxmlformats.org/drawingml/2006/main" id="13" idx="3"/>
            <a:endCxn xmlns:a="http://schemas.openxmlformats.org/drawingml/2006/main" id="18" idx="1"/>
          </p:cNvCxnSpPr>
          <p:nvPr/>
        </p:nvCxnSpPr>
        <p:spPr>
          <a:xfrm xmlns:a="http://schemas.openxmlformats.org/drawingml/2006/main">
            <a:off x="4724400" y="3190875"/>
            <a:ext cx="266700" cy="0"/>
          </a:xfrm>
          <a:prstGeom xmlns:a="http://schemas.openxmlformats.org/drawingml/2006/main" prst="straightConnector1">
            <a:avLst/>
          </a:prstGeom>
          <a:ln xmlns:a="http://schemas.openxmlformats.org/drawingml/2006/main" w="20955">
            <a:solidFill>
              <a:srgbClr val="2563EB"/>
            </a:solidFill>
            <a:prstDash val="solid"/>
            <a:tailEnd type="triangle" w="sm" len="sm"/>
          </a:ln>
        </p:spPr>
      </p:cxnSp>
      <p:cxnSp>
        <p:nvCxnSpPr>
          <p:cNvPr id="77" name=""/>
          <p:cNvCxnSpPr>
            <a:stCxn xmlns:a="http://schemas.openxmlformats.org/drawingml/2006/main" id="18" idx="3"/>
            <a:endCxn xmlns:a="http://schemas.openxmlformats.org/drawingml/2006/main" id="23" idx="1"/>
          </p:cNvCxnSpPr>
          <p:nvPr/>
        </p:nvCxnSpPr>
        <p:spPr>
          <a:xfrm xmlns:a="http://schemas.openxmlformats.org/drawingml/2006/main">
            <a:off x="6915150" y="3190875"/>
            <a:ext cx="266700" cy="0"/>
          </a:xfrm>
          <a:prstGeom xmlns:a="http://schemas.openxmlformats.org/drawingml/2006/main" prst="straightConnector1">
            <a:avLst/>
          </a:prstGeom>
          <a:ln xmlns:a="http://schemas.openxmlformats.org/drawingml/2006/main" w="20955">
            <a:solidFill>
              <a:srgbClr val="2563EB"/>
            </a:solidFill>
            <a:prstDash val="solid"/>
            <a:tailEnd type="triangle" w="sm" len="sm"/>
          </a:ln>
        </p:spPr>
      </p:cxnSp>
      <p:cxnSp>
        <p:nvCxnSpPr>
          <p:cNvPr id="78" name=""/>
          <p:cNvCxnSpPr>
            <a:stCxn xmlns:a="http://schemas.openxmlformats.org/drawingml/2006/main" id="23" idx="3"/>
            <a:endCxn xmlns:a="http://schemas.openxmlformats.org/drawingml/2006/main" id="28" idx="1"/>
          </p:cNvCxnSpPr>
          <p:nvPr/>
        </p:nvCxnSpPr>
        <p:spPr>
          <a:xfrm xmlns:a="http://schemas.openxmlformats.org/drawingml/2006/main">
            <a:off x="9105900" y="3190875"/>
            <a:ext cx="266700" cy="0"/>
          </a:xfrm>
          <a:prstGeom xmlns:a="http://schemas.openxmlformats.org/drawingml/2006/main" prst="straightConnector1">
            <a:avLst/>
          </a:prstGeom>
          <a:ln xmlns:a="http://schemas.openxmlformats.org/drawingml/2006/main" w="20955">
            <a:solidFill>
              <a:srgbClr val="2563EB"/>
            </a:solidFill>
            <a:prstDash val="solid"/>
            <a:tailEnd type="triangle" w="sm" len="sm"/>
          </a:ln>
        </p:spPr>
      </p:cxnSp>
      <p:sp>
        <p:nvSpPr>
          <p:cNvPr id="37" name="">
            <a:extLst xmlns:a="http://schemas.openxmlformats.org/drawingml/2006/main">
              <a:ext uri="{FF2B5EF4-FFF2-40B4-BE49-F238E27FC236}">
                <a16:creationId xmlns:a16="http://schemas.microsoft.com/office/drawing/2014/main" id="{1AB5C051-C18A-4248-B6E0-F43B693CDEE1}"/>
              </a:ext>
            </a:extLst>
          </p:cNvPr>
          <p:cNvSpPr>
            <a:spLocks xmlns:a="http://schemas.openxmlformats.org/drawingml/2006/main" noGrp="1"/>
          </p:cNvSpPr>
          <p:nvPr/>
        </p:nvSpPr>
        <p:spPr>
          <a:xfrm xmlns:a="http://schemas.openxmlformats.org/drawingml/2006/main">
            <a:off x="609600" y="4591050"/>
            <a:ext cx="7105650" cy="1257300"/>
          </a:xfrm>
          <a:prstGeom xmlns:a="http://schemas.openxmlformats.org/drawingml/2006/main" prst="roundRect">
            <a:avLst>
              <a:gd name="adj" fmla="val 13636"/>
            </a:avLst>
          </a:prstGeom>
          <a:solidFill xmlns:a="http://schemas.openxmlformats.org/drawingml/2006/main">
            <a:srgbClr val="EFF6FF"/>
          </a:solidFill>
          <a:ln xmlns:a="http://schemas.openxmlformats.org/drawingml/2006/main" w="13335">
            <a:solidFill>
              <a:srgbClr val="93C5FD"/>
            </a:solidFill>
            <a:prstDash val="solid"/>
          </a:ln>
        </p:spPr>
      </p:sp>
      <p:sp>
        <p:nvSpPr>
          <p:cNvPr id="38" name="">
            <a:extLst xmlns:a="http://schemas.openxmlformats.org/drawingml/2006/main">
              <a:ext uri="{FF2B5EF4-FFF2-40B4-BE49-F238E27FC236}">
                <a16:creationId xmlns:a16="http://schemas.microsoft.com/office/drawing/2014/main" id="{B10A342F-A947-49A9-935F-18E2F44B2AED}"/>
              </a:ext>
            </a:extLst>
          </p:cNvPr>
          <p:cNvSpPr>
            <a:spLocks xmlns:a="http://schemas.openxmlformats.org/drawingml/2006/main" noGrp="1"/>
          </p:cNvSpPr>
          <p:nvPr/>
        </p:nvSpPr>
        <p:spPr>
          <a:xfrm xmlns:a="http://schemas.openxmlformats.org/drawingml/2006/main">
            <a:off x="838200" y="4800600"/>
            <a:ext cx="4286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i="0">
                <a:solidFill>
                  <a:srgbClr val="1D4ED8"/>
                </a:solidFill>
                <a:latin typeface="Aptos"/>
                <a:ea typeface="Aptos"/>
                <a:cs typeface="Aptos"/>
              </a:defRPr>
            </a:pPr>
            <a:r>
              <a:rPr sz="1875" b="1" i="0">
                <a:solidFill>
                  <a:srgbClr val="1D4ED8"/>
                </a:solidFill>
                <a:latin typeface="Aptos"/>
                <a:ea typeface="Aptos"/>
                <a:cs typeface="Aptos"/>
              </a:rPr>
              <a:t>JSON review theo 4 tiêu chí IELTS</a:t>
            </a:r>
          </a:p>
        </p:txBody>
      </p:sp>
      <p:sp>
        <p:nvSpPr>
          <p:cNvPr id="39" name="">
            <a:extLst xmlns:a="http://schemas.openxmlformats.org/drawingml/2006/main">
              <a:ext uri="{FF2B5EF4-FFF2-40B4-BE49-F238E27FC236}">
                <a16:creationId xmlns:a16="http://schemas.microsoft.com/office/drawing/2014/main" id="{38ACD3CC-FC73-4848-B79B-6BAD31947544}"/>
              </a:ext>
            </a:extLst>
          </p:cNvPr>
          <p:cNvSpPr>
            <a:spLocks xmlns:a="http://schemas.openxmlformats.org/drawingml/2006/main" noGrp="1"/>
          </p:cNvSpPr>
          <p:nvPr/>
        </p:nvSpPr>
        <p:spPr>
          <a:xfrm xmlns:a="http://schemas.openxmlformats.org/drawingml/2006/main">
            <a:off x="838200" y="5257800"/>
            <a:ext cx="65151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i="0">
                <a:solidFill>
                  <a:srgbClr val="0B1F3A"/>
                </a:solidFill>
                <a:latin typeface="Aptos"/>
                <a:ea typeface="Aptos"/>
                <a:cs typeface="Aptos"/>
              </a:defRPr>
            </a:pPr>
            <a:r>
              <a:rPr sz="1500" b="1" i="0">
                <a:solidFill>
                  <a:srgbClr val="0B1F3A"/>
                </a:solidFill>
                <a:latin typeface="Aptos"/>
                <a:ea typeface="Aptos"/>
                <a:cs typeface="Aptos"/>
              </a:rPr>
              <a:t>Task Response  •  Coherence &amp; Cohesion  •  Lexical Resource  •  Grammar</a:t>
            </a:r>
          </a:p>
        </p:txBody>
      </p:sp>
      <p:sp>
        <p:nvSpPr>
          <p:cNvPr id="40" name="">
            <a:extLst xmlns:a="http://schemas.openxmlformats.org/drawingml/2006/main">
              <a:ext uri="{FF2B5EF4-FFF2-40B4-BE49-F238E27FC236}">
                <a16:creationId xmlns:a16="http://schemas.microsoft.com/office/drawing/2014/main" id="{1DAA1AC5-E6ED-4471-8C74-63015B69B287}"/>
              </a:ext>
            </a:extLst>
          </p:cNvPr>
          <p:cNvSpPr>
            <a:spLocks xmlns:a="http://schemas.openxmlformats.org/drawingml/2006/main" noGrp="1"/>
          </p:cNvSpPr>
          <p:nvPr/>
        </p:nvSpPr>
        <p:spPr>
          <a:xfrm xmlns:a="http://schemas.openxmlformats.org/drawingml/2006/main">
            <a:off x="8020050" y="4591050"/>
            <a:ext cx="3562350" cy="1257300"/>
          </a:xfrm>
          <a:prstGeom xmlns:a="http://schemas.openxmlformats.org/drawingml/2006/main" prst="roundRect">
            <a:avLst>
              <a:gd name="adj" fmla="val 13636"/>
            </a:avLst>
          </a:prstGeom>
          <a:solidFill xmlns:a="http://schemas.openxmlformats.org/drawingml/2006/main">
            <a:srgbClr val="F8FAFC"/>
          </a:solidFill>
          <a:ln xmlns:a="http://schemas.openxmlformats.org/drawingml/2006/main" w="13335">
            <a:solidFill>
              <a:srgbClr val="E2E8F0"/>
            </a:solidFill>
            <a:prstDash val="solid"/>
          </a:ln>
        </p:spPr>
      </p:sp>
      <p:sp>
        <p:nvSpPr>
          <p:cNvPr id="41" name="">
            <a:extLst xmlns:a="http://schemas.openxmlformats.org/drawingml/2006/main">
              <a:ext uri="{FF2B5EF4-FFF2-40B4-BE49-F238E27FC236}">
                <a16:creationId xmlns:a16="http://schemas.microsoft.com/office/drawing/2014/main" id="{A31FB1AF-7699-4AAB-A91A-1854EF25C9D1}"/>
              </a:ext>
            </a:extLst>
          </p:cNvPr>
          <p:cNvSpPr>
            <a:spLocks xmlns:a="http://schemas.openxmlformats.org/drawingml/2006/main" noGrp="1"/>
          </p:cNvSpPr>
          <p:nvPr/>
        </p:nvSpPr>
        <p:spPr>
          <a:xfrm xmlns:a="http://schemas.openxmlformats.org/drawingml/2006/main">
            <a:off x="8248650" y="4800600"/>
            <a:ext cx="31051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i="0">
                <a:solidFill>
                  <a:srgbClr val="0B1F3A"/>
                </a:solidFill>
                <a:latin typeface="Aptos"/>
                <a:ea typeface="Aptos"/>
                <a:cs typeface="Aptos"/>
              </a:defRPr>
            </a:pPr>
            <a:r>
              <a:rPr sz="1800" b="1" i="0">
                <a:solidFill>
                  <a:srgbClr val="0B1F3A"/>
                </a:solidFill>
                <a:latin typeface="Aptos"/>
                <a:ea typeface="Aptos"/>
                <a:cs typeface="Aptos"/>
              </a:rPr>
              <a:t>Không dùng Redis cache</a:t>
            </a:r>
          </a:p>
        </p:txBody>
      </p:sp>
      <p:sp>
        <p:nvSpPr>
          <p:cNvPr id="42" name="">
            <a:extLst xmlns:a="http://schemas.openxmlformats.org/drawingml/2006/main">
              <a:ext uri="{FF2B5EF4-FFF2-40B4-BE49-F238E27FC236}">
                <a16:creationId xmlns:a16="http://schemas.microsoft.com/office/drawing/2014/main" id="{D81AE2DA-FD78-4953-BB45-88F7127349FF}"/>
              </a:ext>
            </a:extLst>
          </p:cNvPr>
          <p:cNvSpPr>
            <a:spLocks xmlns:a="http://schemas.openxmlformats.org/drawingml/2006/main" noGrp="1"/>
          </p:cNvSpPr>
          <p:nvPr/>
        </p:nvSpPr>
        <p:spPr>
          <a:xfrm xmlns:a="http://schemas.openxmlformats.org/drawingml/2006/main">
            <a:off x="8248650" y="5219700"/>
            <a:ext cx="31051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i="0">
                <a:solidFill>
                  <a:srgbClr val="475569"/>
                </a:solidFill>
                <a:latin typeface="Aptos"/>
                <a:ea typeface="Aptos"/>
                <a:cs typeface="Aptos"/>
              </a:defRPr>
            </a:pPr>
            <a:r>
              <a:rPr sz="1500" b="0" i="0">
                <a:solidFill>
                  <a:srgbClr val="475569"/>
                </a:solidFill>
                <a:latin typeface="Aptos"/>
                <a:ea typeface="Aptos"/>
                <a:cs typeface="Aptos"/>
              </a:rPr>
              <a:t>Mỗi submission gọi AI và tạo một review mới trong lịch sử.</a:t>
            </a:r>
          </a:p>
        </p:txBody>
      </p:sp>
    </p:spTree>
    <p:extLst>
      <p:ext uri="{BB962C8B-B14F-4D97-AF65-F5344CB8AC3E}">
        <p14:creationId xmlns:p14="http://schemas.microsoft.com/office/powerpoint/2010/main" val="303488115"/>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2" name="">
            <a:extLst xmlns:a="http://schemas.openxmlformats.org/drawingml/2006/main">
              <a:ext uri="{FF2B5EF4-FFF2-40B4-BE49-F238E27FC236}">
                <a16:creationId xmlns:a16="http://schemas.microsoft.com/office/drawing/2014/main" id="{4E13E8B2-E48A-4B54-9ED5-658CCE9254F5}"/>
              </a:ext>
            </a:extLst>
          </p:cNvPr>
          <p:cNvSpPr>
            <a:spLocks xmlns:a="http://schemas.openxmlformats.org/drawingml/2006/main" noGrp="1"/>
          </p:cNvSpPr>
          <p:nvPr/>
        </p:nvSpPr>
        <p:spPr>
          <a:xfrm xmlns:a="http://schemas.openxmlformats.org/drawingml/2006/main">
            <a:off x="609600" y="285750"/>
            <a:ext cx="1466850" cy="323850"/>
          </a:xfrm>
          <a:prstGeom xmlns:a="http://schemas.openxmlformats.org/drawingml/2006/main" prst="roundRect">
            <a:avLst>
              <a:gd name="adj" fmla="val 50000"/>
            </a:avLst>
          </a:prstGeom>
          <a:solidFill xmlns:a="http://schemas.openxmlformats.org/drawingml/2006/main">
            <a:srgbClr val="EFF6FF"/>
          </a:solidFill>
          <a:ln xmlns:a="http://schemas.openxmlformats.org/drawingml/2006/main" w="9525">
            <a:solidFill>
              <a:srgbClr val="EFF6FF"/>
            </a:solidFill>
            <a:prstDash val="solid"/>
          </a:ln>
        </p:spPr>
      </p:sp>
      <p:sp>
        <p:nvSpPr>
          <p:cNvPr id="2" name="">
            <a:extLst xmlns:a="http://schemas.openxmlformats.org/drawingml/2006/main">
              <a:ext uri="{FF2B5EF4-FFF2-40B4-BE49-F238E27FC236}">
                <a16:creationId xmlns:a16="http://schemas.microsoft.com/office/drawing/2014/main" id="{BCF33478-719A-4539-A19B-324ABF5FAB12}"/>
              </a:ext>
            </a:extLst>
          </p:cNvPr>
          <p:cNvSpPr>
            <a:spLocks xmlns:a="http://schemas.openxmlformats.org/drawingml/2006/main" noGrp="1"/>
          </p:cNvSpPr>
          <p:nvPr/>
        </p:nvSpPr>
        <p:spPr>
          <a:xfrm xmlns:a="http://schemas.openxmlformats.org/drawingml/2006/main">
            <a:off x="609600" y="295275"/>
            <a:ext cx="1466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350" b="1" i="0">
                <a:solidFill>
                  <a:srgbClr val="2563EB"/>
                </a:solidFill>
                <a:latin typeface="Aptos"/>
                <a:ea typeface="Aptos"/>
                <a:cs typeface="Aptos"/>
              </a:defRPr>
            </a:pPr>
            <a:r>
              <a:rPr sz="1350" b="1" i="0">
                <a:solidFill>
                  <a:srgbClr val="2563EB"/>
                </a:solidFill>
                <a:latin typeface="Aptos"/>
                <a:ea typeface="Aptos"/>
                <a:cs typeface="Aptos"/>
              </a:rPr>
              <a:t>TRIỂN KHAI</a:t>
            </a:r>
          </a:p>
        </p:txBody>
      </p:sp>
      <p:sp>
        <p:nvSpPr>
          <p:cNvPr id="3" name="">
            <a:extLst xmlns:a="http://schemas.openxmlformats.org/drawingml/2006/main">
              <a:ext uri="{FF2B5EF4-FFF2-40B4-BE49-F238E27FC236}">
                <a16:creationId xmlns:a16="http://schemas.microsoft.com/office/drawing/2014/main" id="{3B53B364-79F8-4161-90DF-66235099CE12}"/>
              </a:ext>
            </a:extLst>
          </p:cNvPr>
          <p:cNvSpPr>
            <a:spLocks xmlns:a="http://schemas.openxmlformats.org/drawingml/2006/main" noGrp="1"/>
          </p:cNvSpPr>
          <p:nvPr/>
        </p:nvSpPr>
        <p:spPr>
          <a:xfrm xmlns:a="http://schemas.openxmlformats.org/drawingml/2006/main">
            <a:off x="609600" y="742950"/>
            <a:ext cx="109728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3600" b="1" i="0">
                <a:solidFill>
                  <a:srgbClr val="0B1F3A"/>
                </a:solidFill>
                <a:latin typeface="Aptos"/>
                <a:ea typeface="Aptos"/>
                <a:cs typeface="Aptos"/>
              </a:defRPr>
            </a:pPr>
            <a:r>
              <a:rPr sz="3600" b="1" i="0">
                <a:solidFill>
                  <a:srgbClr val="0B1F3A"/>
                </a:solidFill>
                <a:latin typeface="Aptos"/>
                <a:ea typeface="Aptos"/>
                <a:cs typeface="Aptos"/>
              </a:rPr>
              <a:t>Đóng gói và triển khai theo quy trình tự động</a:t>
            </a:r>
          </a:p>
        </p:txBody>
      </p:sp>
      <p:sp>
        <p:nvSpPr>
          <p:cNvPr id="4" name="">
            <a:extLst xmlns:a="http://schemas.openxmlformats.org/drawingml/2006/main">
              <a:ext uri="{FF2B5EF4-FFF2-40B4-BE49-F238E27FC236}">
                <a16:creationId xmlns:a16="http://schemas.microsoft.com/office/drawing/2014/main" id="{C00AED9B-90D8-4FBF-B4C6-F1DC8E57FFFA}"/>
              </a:ext>
            </a:extLst>
          </p:cNvPr>
          <p:cNvSpPr>
            <a:spLocks xmlns:a="http://schemas.openxmlformats.org/drawingml/2006/main" noGrp="1"/>
          </p:cNvSpPr>
          <p:nvPr/>
        </p:nvSpPr>
        <p:spPr>
          <a:xfrm xmlns:a="http://schemas.openxmlformats.org/drawingml/2006/main">
            <a:off x="609600" y="1495425"/>
            <a:ext cx="10972800" cy="19050"/>
          </a:xfrm>
          <a:prstGeom xmlns:a="http://schemas.openxmlformats.org/drawingml/2006/main" prst="rect">
            <a:avLst/>
          </a:prstGeom>
          <a:solidFill xmlns:a="http://schemas.openxmlformats.org/drawingml/2006/main">
            <a:srgbClr val="E2E8F0"/>
          </a:solidFill>
          <a:ln xmlns:a="http://schemas.openxmlformats.org/drawingml/2006/main" w="0">
            <a:solidFill>
              <a:srgbClr val="E2E8F0"/>
            </a:solidFill>
            <a:prstDash val="solid"/>
          </a:ln>
        </p:spPr>
      </p:sp>
      <p:sp>
        <p:nvSpPr>
          <p:cNvPr id="5" name="">
            <a:extLst xmlns:a="http://schemas.openxmlformats.org/drawingml/2006/main">
              <a:ext uri="{FF2B5EF4-FFF2-40B4-BE49-F238E27FC236}">
                <a16:creationId xmlns:a16="http://schemas.microsoft.com/office/drawing/2014/main" id="{6B25B027-D986-466A-A372-20E271E2C0AB}"/>
              </a:ext>
            </a:extLst>
          </p:cNvPr>
          <p:cNvSpPr>
            <a:spLocks xmlns:a="http://schemas.openxmlformats.org/drawingml/2006/main" noGrp="1"/>
          </p:cNvSpPr>
          <p:nvPr/>
        </p:nvSpPr>
        <p:spPr>
          <a:xfrm xmlns:a="http://schemas.openxmlformats.org/drawingml/2006/main">
            <a:off x="609600" y="1495425"/>
            <a:ext cx="1143000" cy="38100"/>
          </a:xfrm>
          <a:prstGeom xmlns:a="http://schemas.openxmlformats.org/drawingml/2006/main" prst="rect">
            <a:avLst/>
          </a:prstGeom>
          <a:solidFill xmlns:a="http://schemas.openxmlformats.org/drawingml/2006/main">
            <a:srgbClr val="2563EB"/>
          </a:solidFill>
          <a:ln xmlns:a="http://schemas.openxmlformats.org/drawingml/2006/main" w="0">
            <a:solidFill>
              <a:srgbClr val="2563EB"/>
            </a:solidFill>
            <a:prstDash val="solid"/>
          </a:ln>
        </p:spPr>
      </p:sp>
      <p:sp>
        <p:nvSpPr>
          <p:cNvPr id="6" name="">
            <a:extLst xmlns:a="http://schemas.openxmlformats.org/drawingml/2006/main">
              <a:ext uri="{FF2B5EF4-FFF2-40B4-BE49-F238E27FC236}">
                <a16:creationId xmlns:a16="http://schemas.microsoft.com/office/drawing/2014/main" id="{F826EE6E-2940-41E7-A56E-3C4C45A7EB26}"/>
              </a:ext>
            </a:extLst>
          </p:cNvPr>
          <p:cNvSpPr>
            <a:spLocks xmlns:a="http://schemas.openxmlformats.org/drawingml/2006/main" noGrp="1"/>
          </p:cNvSpPr>
          <p:nvPr/>
        </p:nvSpPr>
        <p:spPr>
          <a:xfrm xmlns:a="http://schemas.openxmlformats.org/drawingml/2006/main">
            <a:off x="609600" y="6543675"/>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1" i="0">
                <a:solidFill>
                  <a:srgbClr val="94A3B8"/>
                </a:solidFill>
                <a:latin typeface="Aptos"/>
                <a:ea typeface="Aptos"/>
                <a:cs typeface="Aptos"/>
              </a:defRPr>
            </a:pPr>
            <a:r>
              <a:rPr sz="1125" b="1" i="0">
                <a:solidFill>
                  <a:srgbClr val="94A3B8"/>
                </a:solidFill>
                <a:latin typeface="Aptos"/>
                <a:ea typeface="Aptos"/>
                <a:cs typeface="Aptos"/>
              </a:rPr>
              <a:t>VOCAB APP  •  ĐỒ ÁN KHÓA LUẬN</a:t>
            </a:r>
          </a:p>
        </p:txBody>
      </p:sp>
      <p:sp>
        <p:nvSpPr>
          <p:cNvPr id="7" name="">
            <a:extLst xmlns:a="http://schemas.openxmlformats.org/drawingml/2006/main">
              <a:ext uri="{FF2B5EF4-FFF2-40B4-BE49-F238E27FC236}">
                <a16:creationId xmlns:a16="http://schemas.microsoft.com/office/drawing/2014/main" id="{A3CD4711-D1F2-4655-A118-66BDF77F444C}"/>
              </a:ext>
            </a:extLst>
          </p:cNvPr>
          <p:cNvSpPr>
            <a:spLocks xmlns:a="http://schemas.openxmlformats.org/drawingml/2006/main" noGrp="1"/>
          </p:cNvSpPr>
          <p:nvPr/>
        </p:nvSpPr>
        <p:spPr>
          <a:xfrm xmlns:a="http://schemas.openxmlformats.org/drawingml/2006/main">
            <a:off x="11144250" y="6486525"/>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1" i="0">
                <a:solidFill>
                  <a:srgbClr val="64748B"/>
                </a:solidFill>
                <a:latin typeface="Aptos"/>
                <a:ea typeface="Aptos"/>
                <a:cs typeface="Aptos"/>
              </a:defRPr>
            </a:pPr>
            <a:r>
              <a:rPr sz="1350" b="1" i="0">
                <a:solidFill>
                  <a:srgbClr val="64748B"/>
                </a:solidFill>
                <a:latin typeface="Aptos"/>
                <a:ea typeface="Aptos"/>
                <a:cs typeface="Aptos"/>
              </a:rPr>
              <a:t>14</a:t>
            </a:r>
          </a:p>
        </p:txBody>
      </p:sp>
      <p:sp>
        <p:nvSpPr>
          <p:cNvPr id="8" name="">
            <a:extLst xmlns:a="http://schemas.openxmlformats.org/drawingml/2006/main">
              <a:ext uri="{FF2B5EF4-FFF2-40B4-BE49-F238E27FC236}">
                <a16:creationId xmlns:a16="http://schemas.microsoft.com/office/drawing/2014/main" id="{D12DA24F-1C08-4A59-BC60-1D22749053AB}"/>
              </a:ext>
            </a:extLst>
          </p:cNvPr>
          <p:cNvSpPr>
            <a:spLocks xmlns:a="http://schemas.openxmlformats.org/drawingml/2006/main" noGrp="1"/>
          </p:cNvSpPr>
          <p:nvPr/>
        </p:nvSpPr>
        <p:spPr>
          <a:xfrm xmlns:a="http://schemas.openxmlformats.org/drawingml/2006/main">
            <a:off x="609600" y="186690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1" i="0">
                <a:solidFill>
                  <a:srgbClr val="64748B"/>
                </a:solidFill>
                <a:latin typeface="Aptos"/>
                <a:ea typeface="Aptos"/>
                <a:cs typeface="Aptos"/>
              </a:defRPr>
            </a:pPr>
            <a:r>
              <a:rPr sz="1575" b="1" i="0">
                <a:solidFill>
                  <a:srgbClr val="64748B"/>
                </a:solidFill>
                <a:latin typeface="Aptos"/>
                <a:ea typeface="Aptos"/>
                <a:cs typeface="Aptos"/>
              </a:rPr>
              <a:t>RUNTIME</a:t>
            </a:r>
          </a:p>
        </p:txBody>
      </p:sp>
      <p:sp>
        <p:nvSpPr>
          <p:cNvPr id="9" name="">
            <a:extLst xmlns:a="http://schemas.openxmlformats.org/drawingml/2006/main">
              <a:ext uri="{FF2B5EF4-FFF2-40B4-BE49-F238E27FC236}">
                <a16:creationId xmlns:a16="http://schemas.microsoft.com/office/drawing/2014/main" id="{C0C618FD-3B80-4F5E-8588-6184AB519ED3}"/>
              </a:ext>
            </a:extLst>
          </p:cNvPr>
          <p:cNvSpPr>
            <a:spLocks xmlns:a="http://schemas.openxmlformats.org/drawingml/2006/main" noGrp="1"/>
          </p:cNvSpPr>
          <p:nvPr/>
        </p:nvSpPr>
        <p:spPr>
          <a:xfrm xmlns:a="http://schemas.openxmlformats.org/drawingml/2006/main">
            <a:off x="609600" y="2305050"/>
            <a:ext cx="1562100" cy="990600"/>
          </a:xfrm>
          <a:prstGeom xmlns:a="http://schemas.openxmlformats.org/drawingml/2006/main" prst="roundRect">
            <a:avLst>
              <a:gd name="adj" fmla="val 14423"/>
            </a:avLst>
          </a:prstGeom>
          <a:solidFill xmlns:a="http://schemas.openxmlformats.org/drawingml/2006/main">
            <a:srgbClr val="F8FAFC"/>
          </a:solidFill>
          <a:ln xmlns:a="http://schemas.openxmlformats.org/drawingml/2006/main" w="14288">
            <a:solidFill>
              <a:srgbClr val="0B1F3A"/>
            </a:solidFill>
            <a:prstDash val="solid"/>
          </a:ln>
        </p:spPr>
      </p:sp>
      <p:sp>
        <p:nvSpPr>
          <p:cNvPr id="10" name="">
            <a:extLst xmlns:a="http://schemas.openxmlformats.org/drawingml/2006/main">
              <a:ext uri="{FF2B5EF4-FFF2-40B4-BE49-F238E27FC236}">
                <a16:creationId xmlns:a16="http://schemas.microsoft.com/office/drawing/2014/main" id="{3DE5B12E-17CF-478F-B9AE-1082A6045655}"/>
              </a:ext>
            </a:extLst>
          </p:cNvPr>
          <p:cNvSpPr>
            <a:spLocks xmlns:a="http://schemas.openxmlformats.org/drawingml/2006/main" noGrp="1"/>
          </p:cNvSpPr>
          <p:nvPr/>
        </p:nvSpPr>
        <p:spPr>
          <a:xfrm xmlns:a="http://schemas.openxmlformats.org/drawingml/2006/main">
            <a:off x="704850" y="2305050"/>
            <a:ext cx="13716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00" b="1" i="0">
                <a:solidFill>
                  <a:srgbClr val="0B1F3A"/>
                </a:solidFill>
                <a:latin typeface="Aptos"/>
                <a:ea typeface="Aptos"/>
                <a:cs typeface="Aptos"/>
              </a:defRPr>
            </a:pPr>
            <a:r>
              <a:rPr sz="1500" b="1" i="0">
                <a:solidFill>
                  <a:srgbClr val="0B1F3A"/>
                </a:solidFill>
                <a:latin typeface="Aptos"/>
                <a:ea typeface="Aptos"/>
                <a:cs typeface="Aptos"/>
              </a:rPr>
              <a:t>User</a:t>
            </a:r>
          </a:p>
        </p:txBody>
      </p:sp>
      <p:sp>
        <p:nvSpPr>
          <p:cNvPr id="11" name="">
            <a:extLst xmlns:a="http://schemas.openxmlformats.org/drawingml/2006/main">
              <a:ext uri="{FF2B5EF4-FFF2-40B4-BE49-F238E27FC236}">
                <a16:creationId xmlns:a16="http://schemas.microsoft.com/office/drawing/2014/main" id="{FBDF221D-DC51-4CBB-91F2-E143E4DB1D50}"/>
              </a:ext>
            </a:extLst>
          </p:cNvPr>
          <p:cNvSpPr>
            <a:spLocks xmlns:a="http://schemas.openxmlformats.org/drawingml/2006/main" noGrp="1"/>
          </p:cNvSpPr>
          <p:nvPr/>
        </p:nvSpPr>
        <p:spPr>
          <a:xfrm xmlns:a="http://schemas.openxmlformats.org/drawingml/2006/main">
            <a:off x="2457450" y="2305050"/>
            <a:ext cx="1562100" cy="990600"/>
          </a:xfrm>
          <a:prstGeom xmlns:a="http://schemas.openxmlformats.org/drawingml/2006/main" prst="roundRect">
            <a:avLst>
              <a:gd name="adj" fmla="val 14423"/>
            </a:avLst>
          </a:prstGeom>
          <a:solidFill xmlns:a="http://schemas.openxmlformats.org/drawingml/2006/main">
            <a:srgbClr val="F8FAFC"/>
          </a:solidFill>
          <a:ln xmlns:a="http://schemas.openxmlformats.org/drawingml/2006/main" w="14288">
            <a:solidFill>
              <a:srgbClr val="2563EB"/>
            </a:solidFill>
            <a:prstDash val="solid"/>
          </a:ln>
        </p:spPr>
      </p:sp>
      <p:sp>
        <p:nvSpPr>
          <p:cNvPr id="12" name="">
            <a:extLst xmlns:a="http://schemas.openxmlformats.org/drawingml/2006/main">
              <a:ext uri="{FF2B5EF4-FFF2-40B4-BE49-F238E27FC236}">
                <a16:creationId xmlns:a16="http://schemas.microsoft.com/office/drawing/2014/main" id="{0D38082C-732A-4F31-A453-484F8D9D7BC6}"/>
              </a:ext>
            </a:extLst>
          </p:cNvPr>
          <p:cNvSpPr>
            <a:spLocks xmlns:a="http://schemas.openxmlformats.org/drawingml/2006/main" noGrp="1"/>
          </p:cNvSpPr>
          <p:nvPr/>
        </p:nvSpPr>
        <p:spPr>
          <a:xfrm xmlns:a="http://schemas.openxmlformats.org/drawingml/2006/main">
            <a:off x="2552700" y="2305050"/>
            <a:ext cx="13716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00" b="1" i="0">
                <a:solidFill>
                  <a:srgbClr val="2563EB"/>
                </a:solidFill>
                <a:latin typeface="Aptos"/>
                <a:ea typeface="Aptos"/>
                <a:cs typeface="Aptos"/>
              </a:defRPr>
            </a:pPr>
            <a:r>
              <a:rPr sz="1500" b="1" i="0">
                <a:solidFill>
                  <a:srgbClr val="2563EB"/>
                </a:solidFill>
                <a:latin typeface="Aptos"/>
                <a:ea typeface="Aptos"/>
                <a:cs typeface="Aptos"/>
              </a:rPr>
              <a:t>Cloudflare</a:t>
            </a:r>
          </a:p>
        </p:txBody>
      </p:sp>
      <p:sp>
        <p:nvSpPr>
          <p:cNvPr id="13" name="">
            <a:extLst xmlns:a="http://schemas.openxmlformats.org/drawingml/2006/main">
              <a:ext uri="{FF2B5EF4-FFF2-40B4-BE49-F238E27FC236}">
                <a16:creationId xmlns:a16="http://schemas.microsoft.com/office/drawing/2014/main" id="{1CCD6F64-472A-4787-8D7B-0F18BC25E8D8}"/>
              </a:ext>
            </a:extLst>
          </p:cNvPr>
          <p:cNvSpPr>
            <a:spLocks xmlns:a="http://schemas.openxmlformats.org/drawingml/2006/main" noGrp="1"/>
          </p:cNvSpPr>
          <p:nvPr/>
        </p:nvSpPr>
        <p:spPr>
          <a:xfrm xmlns:a="http://schemas.openxmlformats.org/drawingml/2006/main">
            <a:off x="4305300" y="2305050"/>
            <a:ext cx="1562100" cy="990600"/>
          </a:xfrm>
          <a:prstGeom xmlns:a="http://schemas.openxmlformats.org/drawingml/2006/main" prst="roundRect">
            <a:avLst>
              <a:gd name="adj" fmla="val 14423"/>
            </a:avLst>
          </a:prstGeom>
          <a:solidFill xmlns:a="http://schemas.openxmlformats.org/drawingml/2006/main">
            <a:srgbClr val="F8FAFC"/>
          </a:solidFill>
          <a:ln xmlns:a="http://schemas.openxmlformats.org/drawingml/2006/main" w="14288">
            <a:solidFill>
              <a:srgbClr val="0891B2"/>
            </a:solidFill>
            <a:prstDash val="solid"/>
          </a:ln>
        </p:spPr>
      </p:sp>
      <p:sp>
        <p:nvSpPr>
          <p:cNvPr id="14" name="">
            <a:extLst xmlns:a="http://schemas.openxmlformats.org/drawingml/2006/main">
              <a:ext uri="{FF2B5EF4-FFF2-40B4-BE49-F238E27FC236}">
                <a16:creationId xmlns:a16="http://schemas.microsoft.com/office/drawing/2014/main" id="{FF040EF9-49B2-4122-BB0B-35788CD738B3}"/>
              </a:ext>
            </a:extLst>
          </p:cNvPr>
          <p:cNvSpPr>
            <a:spLocks xmlns:a="http://schemas.openxmlformats.org/drawingml/2006/main" noGrp="1"/>
          </p:cNvSpPr>
          <p:nvPr/>
        </p:nvSpPr>
        <p:spPr>
          <a:xfrm xmlns:a="http://schemas.openxmlformats.org/drawingml/2006/main">
            <a:off x="4400550" y="2305050"/>
            <a:ext cx="13716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00" b="1" i="0">
                <a:solidFill>
                  <a:srgbClr val="0891B2"/>
                </a:solidFill>
                <a:latin typeface="Aptos"/>
                <a:ea typeface="Aptos"/>
                <a:cs typeface="Aptos"/>
              </a:defRPr>
            </a:pPr>
            <a:r>
              <a:rPr sz="1500" b="1" i="0">
                <a:solidFill>
                  <a:srgbClr val="0891B2"/>
                </a:solidFill>
                <a:latin typeface="Aptos"/>
                <a:ea typeface="Aptos"/>
                <a:cs typeface="Aptos"/>
              </a:rPr>
              <a:t>Tunnel</a:t>
            </a:r>
          </a:p>
        </p:txBody>
      </p:sp>
      <p:sp>
        <p:nvSpPr>
          <p:cNvPr id="15" name="">
            <a:extLst xmlns:a="http://schemas.openxmlformats.org/drawingml/2006/main">
              <a:ext uri="{FF2B5EF4-FFF2-40B4-BE49-F238E27FC236}">
                <a16:creationId xmlns:a16="http://schemas.microsoft.com/office/drawing/2014/main" id="{CED4A2CC-F7E4-4524-8B04-BAC646588962}"/>
              </a:ext>
            </a:extLst>
          </p:cNvPr>
          <p:cNvSpPr>
            <a:spLocks xmlns:a="http://schemas.openxmlformats.org/drawingml/2006/main" noGrp="1"/>
          </p:cNvSpPr>
          <p:nvPr/>
        </p:nvSpPr>
        <p:spPr>
          <a:xfrm xmlns:a="http://schemas.openxmlformats.org/drawingml/2006/main">
            <a:off x="6153150" y="2305050"/>
            <a:ext cx="1562100" cy="990600"/>
          </a:xfrm>
          <a:prstGeom xmlns:a="http://schemas.openxmlformats.org/drawingml/2006/main" prst="roundRect">
            <a:avLst>
              <a:gd name="adj" fmla="val 14423"/>
            </a:avLst>
          </a:prstGeom>
          <a:solidFill xmlns:a="http://schemas.openxmlformats.org/drawingml/2006/main">
            <a:srgbClr val="ECFDF5"/>
          </a:solidFill>
          <a:ln xmlns:a="http://schemas.openxmlformats.org/drawingml/2006/main" w="14288">
            <a:solidFill>
              <a:srgbClr val="059669"/>
            </a:solidFill>
            <a:prstDash val="solid"/>
          </a:ln>
        </p:spPr>
      </p:sp>
      <p:sp>
        <p:nvSpPr>
          <p:cNvPr id="16" name="">
            <a:extLst xmlns:a="http://schemas.openxmlformats.org/drawingml/2006/main">
              <a:ext uri="{FF2B5EF4-FFF2-40B4-BE49-F238E27FC236}">
                <a16:creationId xmlns:a16="http://schemas.microsoft.com/office/drawing/2014/main" id="{6BFC4818-5EF2-4826-A010-2FCF3954D768}"/>
              </a:ext>
            </a:extLst>
          </p:cNvPr>
          <p:cNvSpPr>
            <a:spLocks xmlns:a="http://schemas.openxmlformats.org/drawingml/2006/main" noGrp="1"/>
          </p:cNvSpPr>
          <p:nvPr/>
        </p:nvSpPr>
        <p:spPr>
          <a:xfrm xmlns:a="http://schemas.openxmlformats.org/drawingml/2006/main">
            <a:off x="6248400" y="2305050"/>
            <a:ext cx="13716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00" b="1" i="0">
                <a:solidFill>
                  <a:srgbClr val="059669"/>
                </a:solidFill>
                <a:latin typeface="Aptos"/>
                <a:ea typeface="Aptos"/>
                <a:cs typeface="Aptos"/>
              </a:defRPr>
            </a:pPr>
            <a:r>
              <a:rPr sz="1500" b="1" i="0">
                <a:solidFill>
                  <a:srgbClr val="059669"/>
                </a:solidFill>
                <a:latin typeface="Aptos"/>
                <a:ea typeface="Aptos"/>
                <a:cs typeface="Aptos"/>
              </a:rPr>
              <a:t>Nginx + React</a:t>
            </a:r>
          </a:p>
        </p:txBody>
      </p:sp>
      <p:sp>
        <p:nvSpPr>
          <p:cNvPr id="17" name="">
            <a:extLst xmlns:a="http://schemas.openxmlformats.org/drawingml/2006/main">
              <a:ext uri="{FF2B5EF4-FFF2-40B4-BE49-F238E27FC236}">
                <a16:creationId xmlns:a16="http://schemas.microsoft.com/office/drawing/2014/main" id="{44C8D67B-2B5B-40EA-9581-0650B22855C7}"/>
              </a:ext>
            </a:extLst>
          </p:cNvPr>
          <p:cNvSpPr>
            <a:spLocks xmlns:a="http://schemas.openxmlformats.org/drawingml/2006/main" noGrp="1"/>
          </p:cNvSpPr>
          <p:nvPr/>
        </p:nvSpPr>
        <p:spPr>
          <a:xfrm xmlns:a="http://schemas.openxmlformats.org/drawingml/2006/main">
            <a:off x="8001000" y="2305050"/>
            <a:ext cx="1562100" cy="990600"/>
          </a:xfrm>
          <a:prstGeom xmlns:a="http://schemas.openxmlformats.org/drawingml/2006/main" prst="roundRect">
            <a:avLst>
              <a:gd name="adj" fmla="val 14423"/>
            </a:avLst>
          </a:prstGeom>
          <a:solidFill xmlns:a="http://schemas.openxmlformats.org/drawingml/2006/main">
            <a:srgbClr val="F8FAFC"/>
          </a:solidFill>
          <a:ln xmlns:a="http://schemas.openxmlformats.org/drawingml/2006/main" w="14288">
            <a:solidFill>
              <a:srgbClr val="1D4ED8"/>
            </a:solidFill>
            <a:prstDash val="solid"/>
          </a:ln>
        </p:spPr>
      </p:sp>
      <p:sp>
        <p:nvSpPr>
          <p:cNvPr id="18" name="">
            <a:extLst xmlns:a="http://schemas.openxmlformats.org/drawingml/2006/main">
              <a:ext uri="{FF2B5EF4-FFF2-40B4-BE49-F238E27FC236}">
                <a16:creationId xmlns:a16="http://schemas.microsoft.com/office/drawing/2014/main" id="{F543DCB5-BB8D-4582-BC9E-84D76B569F73}"/>
              </a:ext>
            </a:extLst>
          </p:cNvPr>
          <p:cNvSpPr>
            <a:spLocks xmlns:a="http://schemas.openxmlformats.org/drawingml/2006/main" noGrp="1"/>
          </p:cNvSpPr>
          <p:nvPr/>
        </p:nvSpPr>
        <p:spPr>
          <a:xfrm xmlns:a="http://schemas.openxmlformats.org/drawingml/2006/main">
            <a:off x="8096250" y="2305050"/>
            <a:ext cx="13716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00" b="1" i="0">
                <a:solidFill>
                  <a:srgbClr val="1D4ED8"/>
                </a:solidFill>
                <a:latin typeface="Aptos"/>
                <a:ea typeface="Aptos"/>
                <a:cs typeface="Aptos"/>
              </a:defRPr>
            </a:pPr>
            <a:r>
              <a:rPr sz="1500" b="1" i="0">
                <a:solidFill>
                  <a:srgbClr val="1D4ED8"/>
                </a:solidFill>
                <a:latin typeface="Aptos"/>
                <a:ea typeface="Aptos"/>
                <a:cs typeface="Aptos"/>
              </a:rPr>
              <a:t>Spring API</a:t>
            </a:r>
          </a:p>
        </p:txBody>
      </p:sp>
      <p:sp>
        <p:nvSpPr>
          <p:cNvPr id="19" name="">
            <a:extLst xmlns:a="http://schemas.openxmlformats.org/drawingml/2006/main">
              <a:ext uri="{FF2B5EF4-FFF2-40B4-BE49-F238E27FC236}">
                <a16:creationId xmlns:a16="http://schemas.microsoft.com/office/drawing/2014/main" id="{F4DB02C8-15CB-42AF-8773-60A4FC67E407}"/>
              </a:ext>
            </a:extLst>
          </p:cNvPr>
          <p:cNvSpPr>
            <a:spLocks xmlns:a="http://schemas.openxmlformats.org/drawingml/2006/main" noGrp="1"/>
          </p:cNvSpPr>
          <p:nvPr/>
        </p:nvSpPr>
        <p:spPr>
          <a:xfrm xmlns:a="http://schemas.openxmlformats.org/drawingml/2006/main">
            <a:off x="9848850" y="2305050"/>
            <a:ext cx="1562100" cy="990600"/>
          </a:xfrm>
          <a:prstGeom xmlns:a="http://schemas.openxmlformats.org/drawingml/2006/main" prst="roundRect">
            <a:avLst>
              <a:gd name="adj" fmla="val 14423"/>
            </a:avLst>
          </a:prstGeom>
          <a:solidFill xmlns:a="http://schemas.openxmlformats.org/drawingml/2006/main">
            <a:srgbClr val="F8FAFC"/>
          </a:solidFill>
          <a:ln xmlns:a="http://schemas.openxmlformats.org/drawingml/2006/main" w="14288">
            <a:solidFill>
              <a:srgbClr val="DC2626"/>
            </a:solidFill>
            <a:prstDash val="solid"/>
          </a:ln>
        </p:spPr>
      </p:sp>
      <p:sp>
        <p:nvSpPr>
          <p:cNvPr id="20" name="">
            <a:extLst xmlns:a="http://schemas.openxmlformats.org/drawingml/2006/main">
              <a:ext uri="{FF2B5EF4-FFF2-40B4-BE49-F238E27FC236}">
                <a16:creationId xmlns:a16="http://schemas.microsoft.com/office/drawing/2014/main" id="{97E075D9-A5C0-40EB-BA1B-3D908BC1F37E}"/>
              </a:ext>
            </a:extLst>
          </p:cNvPr>
          <p:cNvSpPr>
            <a:spLocks xmlns:a="http://schemas.openxmlformats.org/drawingml/2006/main" noGrp="1"/>
          </p:cNvSpPr>
          <p:nvPr/>
        </p:nvSpPr>
        <p:spPr>
          <a:xfrm xmlns:a="http://schemas.openxmlformats.org/drawingml/2006/main">
            <a:off x="9944100" y="2305050"/>
            <a:ext cx="13716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00" b="1" i="0">
                <a:solidFill>
                  <a:srgbClr val="DC2626"/>
                </a:solidFill>
                <a:latin typeface="Aptos"/>
                <a:ea typeface="Aptos"/>
                <a:cs typeface="Aptos"/>
              </a:defRPr>
            </a:pPr>
            <a:r>
              <a:rPr sz="1500" b="1" i="0">
                <a:solidFill>
                  <a:srgbClr val="DC2626"/>
                </a:solidFill>
                <a:latin typeface="Aptos"/>
                <a:ea typeface="Aptos"/>
                <a:cs typeface="Aptos"/>
              </a:rPr>
              <a:t>MySQL / Redis</a:t>
            </a:r>
          </a:p>
        </p:txBody>
      </p:sp>
      <p:cxnSp>
        <p:nvCxnSpPr>
          <p:cNvPr id="72" name=""/>
          <p:cNvCxnSpPr>
            <a:stCxn xmlns:a="http://schemas.openxmlformats.org/drawingml/2006/main" id="9" idx="3"/>
            <a:endCxn xmlns:a="http://schemas.openxmlformats.org/drawingml/2006/main" id="11" idx="1"/>
          </p:cNvCxnSpPr>
          <p:nvPr/>
        </p:nvCxnSpPr>
        <p:spPr>
          <a:xfrm xmlns:a="http://schemas.openxmlformats.org/drawingml/2006/main">
            <a:off x="2171700" y="2800350"/>
            <a:ext cx="285750" cy="0"/>
          </a:xfrm>
          <a:prstGeom xmlns:a="http://schemas.openxmlformats.org/drawingml/2006/main" prst="straightConnector1">
            <a:avLst/>
          </a:prstGeom>
          <a:ln xmlns:a="http://schemas.openxmlformats.org/drawingml/2006/main" w="19050">
            <a:solidFill>
              <a:srgbClr val="2563EB"/>
            </a:solidFill>
            <a:prstDash val="solid"/>
            <a:tailEnd type="triangle" w="sm" len="sm"/>
          </a:ln>
        </p:spPr>
      </p:cxnSp>
      <p:cxnSp>
        <p:nvCxnSpPr>
          <p:cNvPr id="73" name=""/>
          <p:cNvCxnSpPr>
            <a:stCxn xmlns:a="http://schemas.openxmlformats.org/drawingml/2006/main" id="11" idx="3"/>
            <a:endCxn xmlns:a="http://schemas.openxmlformats.org/drawingml/2006/main" id="13" idx="1"/>
          </p:cNvCxnSpPr>
          <p:nvPr/>
        </p:nvCxnSpPr>
        <p:spPr>
          <a:xfrm xmlns:a="http://schemas.openxmlformats.org/drawingml/2006/main">
            <a:off x="4019550" y="2800350"/>
            <a:ext cx="285750" cy="0"/>
          </a:xfrm>
          <a:prstGeom xmlns:a="http://schemas.openxmlformats.org/drawingml/2006/main" prst="straightConnector1">
            <a:avLst/>
          </a:prstGeom>
          <a:ln xmlns:a="http://schemas.openxmlformats.org/drawingml/2006/main" w="19050">
            <a:solidFill>
              <a:srgbClr val="2563EB"/>
            </a:solidFill>
            <a:prstDash val="solid"/>
            <a:tailEnd type="triangle" w="sm" len="sm"/>
          </a:ln>
        </p:spPr>
      </p:cxnSp>
      <p:cxnSp>
        <p:nvCxnSpPr>
          <p:cNvPr id="74" name=""/>
          <p:cNvCxnSpPr>
            <a:stCxn xmlns:a="http://schemas.openxmlformats.org/drawingml/2006/main" id="13" idx="3"/>
            <a:endCxn xmlns:a="http://schemas.openxmlformats.org/drawingml/2006/main" id="15" idx="1"/>
          </p:cNvCxnSpPr>
          <p:nvPr/>
        </p:nvCxnSpPr>
        <p:spPr>
          <a:xfrm xmlns:a="http://schemas.openxmlformats.org/drawingml/2006/main">
            <a:off x="5867400" y="2800350"/>
            <a:ext cx="285750" cy="0"/>
          </a:xfrm>
          <a:prstGeom xmlns:a="http://schemas.openxmlformats.org/drawingml/2006/main" prst="straightConnector1">
            <a:avLst/>
          </a:prstGeom>
          <a:ln xmlns:a="http://schemas.openxmlformats.org/drawingml/2006/main" w="19050">
            <a:solidFill>
              <a:srgbClr val="2563EB"/>
            </a:solidFill>
            <a:prstDash val="solid"/>
            <a:tailEnd type="triangle" w="sm" len="sm"/>
          </a:ln>
        </p:spPr>
      </p:cxnSp>
      <p:cxnSp>
        <p:nvCxnSpPr>
          <p:cNvPr id="75" name=""/>
          <p:cNvCxnSpPr>
            <a:stCxn xmlns:a="http://schemas.openxmlformats.org/drawingml/2006/main" id="15" idx="3"/>
            <a:endCxn xmlns:a="http://schemas.openxmlformats.org/drawingml/2006/main" id="17" idx="1"/>
          </p:cNvCxnSpPr>
          <p:nvPr/>
        </p:nvCxnSpPr>
        <p:spPr>
          <a:xfrm xmlns:a="http://schemas.openxmlformats.org/drawingml/2006/main">
            <a:off x="7715250" y="2800350"/>
            <a:ext cx="285750" cy="0"/>
          </a:xfrm>
          <a:prstGeom xmlns:a="http://schemas.openxmlformats.org/drawingml/2006/main" prst="straightConnector1">
            <a:avLst/>
          </a:prstGeom>
          <a:ln xmlns:a="http://schemas.openxmlformats.org/drawingml/2006/main" w="19050">
            <a:solidFill>
              <a:srgbClr val="2563EB"/>
            </a:solidFill>
            <a:prstDash val="solid"/>
            <a:tailEnd type="triangle" w="sm" len="sm"/>
          </a:ln>
        </p:spPr>
      </p:cxnSp>
      <p:cxnSp>
        <p:nvCxnSpPr>
          <p:cNvPr id="76" name=""/>
          <p:cNvCxnSpPr>
            <a:stCxn xmlns:a="http://schemas.openxmlformats.org/drawingml/2006/main" id="17" idx="3"/>
            <a:endCxn xmlns:a="http://schemas.openxmlformats.org/drawingml/2006/main" id="19" idx="1"/>
          </p:cNvCxnSpPr>
          <p:nvPr/>
        </p:nvCxnSpPr>
        <p:spPr>
          <a:xfrm xmlns:a="http://schemas.openxmlformats.org/drawingml/2006/main">
            <a:off x="9563100" y="2800350"/>
            <a:ext cx="285750" cy="0"/>
          </a:xfrm>
          <a:prstGeom xmlns:a="http://schemas.openxmlformats.org/drawingml/2006/main" prst="straightConnector1">
            <a:avLst/>
          </a:prstGeom>
          <a:ln xmlns:a="http://schemas.openxmlformats.org/drawingml/2006/main" w="19050">
            <a:solidFill>
              <a:srgbClr val="2563EB"/>
            </a:solidFill>
            <a:prstDash val="solid"/>
            <a:tailEnd type="triangle" w="sm" len="sm"/>
          </a:ln>
        </p:spPr>
      </p:cxnSp>
      <p:sp>
        <p:nvSpPr>
          <p:cNvPr id="26" name="">
            <a:extLst xmlns:a="http://schemas.openxmlformats.org/drawingml/2006/main">
              <a:ext uri="{FF2B5EF4-FFF2-40B4-BE49-F238E27FC236}">
                <a16:creationId xmlns:a16="http://schemas.microsoft.com/office/drawing/2014/main" id="{C6A770E6-820A-4115-BC5B-BDB6965CDE62}"/>
              </a:ext>
            </a:extLst>
          </p:cNvPr>
          <p:cNvSpPr>
            <a:spLocks xmlns:a="http://schemas.openxmlformats.org/drawingml/2006/main" noGrp="1"/>
          </p:cNvSpPr>
          <p:nvPr/>
        </p:nvSpPr>
        <p:spPr>
          <a:xfrm xmlns:a="http://schemas.openxmlformats.org/drawingml/2006/main">
            <a:off x="609600" y="375285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1" i="0">
                <a:solidFill>
                  <a:srgbClr val="64748B"/>
                </a:solidFill>
                <a:latin typeface="Aptos"/>
                <a:ea typeface="Aptos"/>
                <a:cs typeface="Aptos"/>
              </a:defRPr>
            </a:pPr>
            <a:r>
              <a:rPr sz="1575" b="1" i="0">
                <a:solidFill>
                  <a:srgbClr val="64748B"/>
                </a:solidFill>
                <a:latin typeface="Aptos"/>
                <a:ea typeface="Aptos"/>
                <a:cs typeface="Aptos"/>
              </a:rPr>
              <a:t>CI / CD</a:t>
            </a:r>
          </a:p>
        </p:txBody>
      </p:sp>
      <p:sp>
        <p:nvSpPr>
          <p:cNvPr id="27" name="">
            <a:extLst xmlns:a="http://schemas.openxmlformats.org/drawingml/2006/main">
              <a:ext uri="{FF2B5EF4-FFF2-40B4-BE49-F238E27FC236}">
                <a16:creationId xmlns:a16="http://schemas.microsoft.com/office/drawing/2014/main" id="{C9047FB2-4C75-4792-912C-C819E6093456}"/>
              </a:ext>
            </a:extLst>
          </p:cNvPr>
          <p:cNvSpPr>
            <a:spLocks xmlns:a="http://schemas.openxmlformats.org/drawingml/2006/main" noGrp="1"/>
          </p:cNvSpPr>
          <p:nvPr/>
        </p:nvSpPr>
        <p:spPr>
          <a:xfrm xmlns:a="http://schemas.openxmlformats.org/drawingml/2006/main">
            <a:off x="609600" y="4191000"/>
            <a:ext cx="1562100" cy="1200150"/>
          </a:xfrm>
          <a:prstGeom xmlns:a="http://schemas.openxmlformats.org/drawingml/2006/main" prst="roundRect">
            <a:avLst>
              <a:gd name="adj" fmla="val 11905"/>
            </a:avLst>
          </a:prstGeom>
          <a:solidFill xmlns:a="http://schemas.openxmlformats.org/drawingml/2006/main">
            <a:srgbClr val="FFFFFF"/>
          </a:solidFill>
          <a:ln xmlns:a="http://schemas.openxmlformats.org/drawingml/2006/main" w="13335">
            <a:solidFill>
              <a:srgbClr val="E2E8F0"/>
            </a:solidFill>
            <a:prstDash val="solid"/>
          </a:ln>
        </p:spPr>
      </p:sp>
      <p:sp>
        <p:nvSpPr>
          <p:cNvPr id="28" name="">
            <a:extLst xmlns:a="http://schemas.openxmlformats.org/drawingml/2006/main">
              <a:ext uri="{FF2B5EF4-FFF2-40B4-BE49-F238E27FC236}">
                <a16:creationId xmlns:a16="http://schemas.microsoft.com/office/drawing/2014/main" id="{7AD83831-1550-4525-99B3-F5F73216C2F3}"/>
              </a:ext>
            </a:extLst>
          </p:cNvPr>
          <p:cNvSpPr>
            <a:spLocks xmlns:a="http://schemas.openxmlformats.org/drawingml/2006/main" noGrp="1"/>
          </p:cNvSpPr>
          <p:nvPr/>
        </p:nvSpPr>
        <p:spPr>
          <a:xfrm xmlns:a="http://schemas.openxmlformats.org/drawingml/2006/main">
            <a:off x="723900" y="4362450"/>
            <a:ext cx="1333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1" i="0">
                <a:solidFill>
                  <a:srgbClr val="0B1F3A"/>
                </a:solidFill>
                <a:latin typeface="Aptos"/>
                <a:ea typeface="Aptos"/>
                <a:cs typeface="Aptos"/>
              </a:defRPr>
            </a:pPr>
            <a:r>
              <a:rPr sz="1500" b="1" i="0">
                <a:solidFill>
                  <a:srgbClr val="0B1F3A"/>
                </a:solidFill>
                <a:latin typeface="Aptos"/>
                <a:ea typeface="Aptos"/>
                <a:cs typeface="Aptos"/>
              </a:rPr>
              <a:t>Push main</a:t>
            </a:r>
          </a:p>
        </p:txBody>
      </p:sp>
      <p:sp>
        <p:nvSpPr>
          <p:cNvPr id="29" name="">
            <a:extLst xmlns:a="http://schemas.openxmlformats.org/drawingml/2006/main">
              <a:ext uri="{FF2B5EF4-FFF2-40B4-BE49-F238E27FC236}">
                <a16:creationId xmlns:a16="http://schemas.microsoft.com/office/drawing/2014/main" id="{1013A1C5-C106-4130-8AC9-AC54EADC36D1}"/>
              </a:ext>
            </a:extLst>
          </p:cNvPr>
          <p:cNvSpPr>
            <a:spLocks xmlns:a="http://schemas.openxmlformats.org/drawingml/2006/main" noGrp="1"/>
          </p:cNvSpPr>
          <p:nvPr/>
        </p:nvSpPr>
        <p:spPr>
          <a:xfrm xmlns:a="http://schemas.openxmlformats.org/drawingml/2006/main">
            <a:off x="723900" y="4857750"/>
            <a:ext cx="1333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275" b="0" i="0">
                <a:solidFill>
                  <a:srgbClr val="64748B"/>
                </a:solidFill>
                <a:latin typeface="Aptos"/>
                <a:ea typeface="Aptos"/>
                <a:cs typeface="Aptos"/>
              </a:defRPr>
            </a:pPr>
            <a:r>
              <a:rPr sz="1275" b="0" i="0">
                <a:solidFill>
                  <a:srgbClr val="64748B"/>
                </a:solidFill>
                <a:latin typeface="Aptos"/>
                <a:ea typeface="Aptos"/>
                <a:cs typeface="Aptos"/>
              </a:rPr>
              <a:t>GitHub</a:t>
            </a:r>
          </a:p>
        </p:txBody>
      </p:sp>
      <p:sp>
        <p:nvSpPr>
          <p:cNvPr id="30" name="">
            <a:extLst xmlns:a="http://schemas.openxmlformats.org/drawingml/2006/main">
              <a:ext uri="{FF2B5EF4-FFF2-40B4-BE49-F238E27FC236}">
                <a16:creationId xmlns:a16="http://schemas.microsoft.com/office/drawing/2014/main" id="{CA5E683C-B830-4D10-ADA5-07A8A76F1A68}"/>
              </a:ext>
            </a:extLst>
          </p:cNvPr>
          <p:cNvSpPr>
            <a:spLocks xmlns:a="http://schemas.openxmlformats.org/drawingml/2006/main" noGrp="1"/>
          </p:cNvSpPr>
          <p:nvPr/>
        </p:nvSpPr>
        <p:spPr>
          <a:xfrm xmlns:a="http://schemas.openxmlformats.org/drawingml/2006/main">
            <a:off x="2457450" y="4191000"/>
            <a:ext cx="1562100" cy="1200150"/>
          </a:xfrm>
          <a:prstGeom xmlns:a="http://schemas.openxmlformats.org/drawingml/2006/main" prst="roundRect">
            <a:avLst>
              <a:gd name="adj" fmla="val 11905"/>
            </a:avLst>
          </a:prstGeom>
          <a:solidFill xmlns:a="http://schemas.openxmlformats.org/drawingml/2006/main">
            <a:srgbClr val="FFFFFF"/>
          </a:solidFill>
          <a:ln xmlns:a="http://schemas.openxmlformats.org/drawingml/2006/main" w="13335">
            <a:solidFill>
              <a:srgbClr val="E2E8F0"/>
            </a:solidFill>
            <a:prstDash val="solid"/>
          </a:ln>
        </p:spPr>
      </p:sp>
      <p:sp>
        <p:nvSpPr>
          <p:cNvPr id="31" name="">
            <a:extLst xmlns:a="http://schemas.openxmlformats.org/drawingml/2006/main">
              <a:ext uri="{FF2B5EF4-FFF2-40B4-BE49-F238E27FC236}">
                <a16:creationId xmlns:a16="http://schemas.microsoft.com/office/drawing/2014/main" id="{FE23CE0F-028E-4DD9-90A1-DA84783421BD}"/>
              </a:ext>
            </a:extLst>
          </p:cNvPr>
          <p:cNvSpPr>
            <a:spLocks xmlns:a="http://schemas.openxmlformats.org/drawingml/2006/main" noGrp="1"/>
          </p:cNvSpPr>
          <p:nvPr/>
        </p:nvSpPr>
        <p:spPr>
          <a:xfrm xmlns:a="http://schemas.openxmlformats.org/drawingml/2006/main">
            <a:off x="2571750" y="4362450"/>
            <a:ext cx="1333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1" i="0">
                <a:solidFill>
                  <a:srgbClr val="0B1F3A"/>
                </a:solidFill>
                <a:latin typeface="Aptos"/>
                <a:ea typeface="Aptos"/>
                <a:cs typeface="Aptos"/>
              </a:defRPr>
            </a:pPr>
            <a:r>
              <a:rPr sz="1500" b="1" i="0">
                <a:solidFill>
                  <a:srgbClr val="0B1F3A"/>
                </a:solidFill>
                <a:latin typeface="Aptos"/>
                <a:ea typeface="Aptos"/>
                <a:cs typeface="Aptos"/>
              </a:rPr>
              <a:t>Build &amp; test</a:t>
            </a:r>
          </a:p>
        </p:txBody>
      </p:sp>
      <p:sp>
        <p:nvSpPr>
          <p:cNvPr id="32" name="">
            <a:extLst xmlns:a="http://schemas.openxmlformats.org/drawingml/2006/main">
              <a:ext uri="{FF2B5EF4-FFF2-40B4-BE49-F238E27FC236}">
                <a16:creationId xmlns:a16="http://schemas.microsoft.com/office/drawing/2014/main" id="{4A7533D4-E430-47C5-9857-1F31B177D641}"/>
              </a:ext>
            </a:extLst>
          </p:cNvPr>
          <p:cNvSpPr>
            <a:spLocks xmlns:a="http://schemas.openxmlformats.org/drawingml/2006/main" noGrp="1"/>
          </p:cNvSpPr>
          <p:nvPr/>
        </p:nvSpPr>
        <p:spPr>
          <a:xfrm xmlns:a="http://schemas.openxmlformats.org/drawingml/2006/main">
            <a:off x="2571750" y="4857750"/>
            <a:ext cx="1333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275" b="0" i="0">
                <a:solidFill>
                  <a:srgbClr val="64748B"/>
                </a:solidFill>
                <a:latin typeface="Aptos"/>
                <a:ea typeface="Aptos"/>
                <a:cs typeface="Aptos"/>
              </a:defRPr>
            </a:pPr>
            <a:r>
              <a:rPr sz="1275" b="0" i="0">
                <a:solidFill>
                  <a:srgbClr val="64748B"/>
                </a:solidFill>
                <a:latin typeface="Aptos"/>
                <a:ea typeface="Aptos"/>
                <a:cs typeface="Aptos"/>
              </a:rPr>
              <a:t>Maven • Java 21</a:t>
            </a:r>
          </a:p>
        </p:txBody>
      </p:sp>
      <p:sp>
        <p:nvSpPr>
          <p:cNvPr id="33" name="">
            <a:extLst xmlns:a="http://schemas.openxmlformats.org/drawingml/2006/main">
              <a:ext uri="{FF2B5EF4-FFF2-40B4-BE49-F238E27FC236}">
                <a16:creationId xmlns:a16="http://schemas.microsoft.com/office/drawing/2014/main" id="{F1825127-A1E1-408D-B7C5-90F830BF9D19}"/>
              </a:ext>
            </a:extLst>
          </p:cNvPr>
          <p:cNvSpPr>
            <a:spLocks xmlns:a="http://schemas.openxmlformats.org/drawingml/2006/main" noGrp="1"/>
          </p:cNvSpPr>
          <p:nvPr/>
        </p:nvSpPr>
        <p:spPr>
          <a:xfrm xmlns:a="http://schemas.openxmlformats.org/drawingml/2006/main">
            <a:off x="4305300" y="4191000"/>
            <a:ext cx="1562100" cy="1200150"/>
          </a:xfrm>
          <a:prstGeom xmlns:a="http://schemas.openxmlformats.org/drawingml/2006/main" prst="roundRect">
            <a:avLst>
              <a:gd name="adj" fmla="val 11905"/>
            </a:avLst>
          </a:prstGeom>
          <a:solidFill xmlns:a="http://schemas.openxmlformats.org/drawingml/2006/main">
            <a:srgbClr val="FFFFFF"/>
          </a:solidFill>
          <a:ln xmlns:a="http://schemas.openxmlformats.org/drawingml/2006/main" w="13335">
            <a:solidFill>
              <a:srgbClr val="E2E8F0"/>
            </a:solidFill>
            <a:prstDash val="solid"/>
          </a:ln>
        </p:spPr>
      </p:sp>
      <p:sp>
        <p:nvSpPr>
          <p:cNvPr id="34" name="">
            <a:extLst xmlns:a="http://schemas.openxmlformats.org/drawingml/2006/main">
              <a:ext uri="{FF2B5EF4-FFF2-40B4-BE49-F238E27FC236}">
                <a16:creationId xmlns:a16="http://schemas.microsoft.com/office/drawing/2014/main" id="{3726C994-2ED4-4B4E-89C2-B88662EF5862}"/>
              </a:ext>
            </a:extLst>
          </p:cNvPr>
          <p:cNvSpPr>
            <a:spLocks xmlns:a="http://schemas.openxmlformats.org/drawingml/2006/main" noGrp="1"/>
          </p:cNvSpPr>
          <p:nvPr/>
        </p:nvSpPr>
        <p:spPr>
          <a:xfrm xmlns:a="http://schemas.openxmlformats.org/drawingml/2006/main">
            <a:off x="4419600" y="4362450"/>
            <a:ext cx="1333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1" i="0">
                <a:solidFill>
                  <a:srgbClr val="0B1F3A"/>
                </a:solidFill>
                <a:latin typeface="Aptos"/>
                <a:ea typeface="Aptos"/>
                <a:cs typeface="Aptos"/>
              </a:defRPr>
            </a:pPr>
            <a:r>
              <a:rPr sz="1500" b="1" i="0">
                <a:solidFill>
                  <a:srgbClr val="0B1F3A"/>
                </a:solidFill>
                <a:latin typeface="Aptos"/>
                <a:ea typeface="Aptos"/>
                <a:cs typeface="Aptos"/>
              </a:rPr>
              <a:t>Docker Buildx</a:t>
            </a:r>
          </a:p>
        </p:txBody>
      </p:sp>
      <p:sp>
        <p:nvSpPr>
          <p:cNvPr id="35" name="">
            <a:extLst xmlns:a="http://schemas.openxmlformats.org/drawingml/2006/main">
              <a:ext uri="{FF2B5EF4-FFF2-40B4-BE49-F238E27FC236}">
                <a16:creationId xmlns:a16="http://schemas.microsoft.com/office/drawing/2014/main" id="{1DBED7B1-8FFD-4BBF-82C5-84AA34803588}"/>
              </a:ext>
            </a:extLst>
          </p:cNvPr>
          <p:cNvSpPr>
            <a:spLocks xmlns:a="http://schemas.openxmlformats.org/drawingml/2006/main" noGrp="1"/>
          </p:cNvSpPr>
          <p:nvPr/>
        </p:nvSpPr>
        <p:spPr>
          <a:xfrm xmlns:a="http://schemas.openxmlformats.org/drawingml/2006/main">
            <a:off x="4419600" y="4857750"/>
            <a:ext cx="1333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275" b="0" i="0">
                <a:solidFill>
                  <a:srgbClr val="64748B"/>
                </a:solidFill>
                <a:latin typeface="Aptos"/>
                <a:ea typeface="Aptos"/>
                <a:cs typeface="Aptos"/>
              </a:defRPr>
            </a:pPr>
            <a:r>
              <a:rPr sz="1275" b="0" i="0">
                <a:solidFill>
                  <a:srgbClr val="64748B"/>
                </a:solidFill>
                <a:latin typeface="Aptos"/>
                <a:ea typeface="Aptos"/>
                <a:cs typeface="Aptos"/>
              </a:rPr>
              <a:t>multi-stage</a:t>
            </a:r>
          </a:p>
        </p:txBody>
      </p:sp>
      <p:sp>
        <p:nvSpPr>
          <p:cNvPr id="36" name="">
            <a:extLst xmlns:a="http://schemas.openxmlformats.org/drawingml/2006/main">
              <a:ext uri="{FF2B5EF4-FFF2-40B4-BE49-F238E27FC236}">
                <a16:creationId xmlns:a16="http://schemas.microsoft.com/office/drawing/2014/main" id="{E55E41C2-AAC7-4A7D-8046-8395AC528472}"/>
              </a:ext>
            </a:extLst>
          </p:cNvPr>
          <p:cNvSpPr>
            <a:spLocks xmlns:a="http://schemas.openxmlformats.org/drawingml/2006/main" noGrp="1"/>
          </p:cNvSpPr>
          <p:nvPr/>
        </p:nvSpPr>
        <p:spPr>
          <a:xfrm xmlns:a="http://schemas.openxmlformats.org/drawingml/2006/main">
            <a:off x="6153150" y="4191000"/>
            <a:ext cx="1562100" cy="1200150"/>
          </a:xfrm>
          <a:prstGeom xmlns:a="http://schemas.openxmlformats.org/drawingml/2006/main" prst="roundRect">
            <a:avLst>
              <a:gd name="adj" fmla="val 11905"/>
            </a:avLst>
          </a:prstGeom>
          <a:solidFill xmlns:a="http://schemas.openxmlformats.org/drawingml/2006/main">
            <a:srgbClr val="FFFFFF"/>
          </a:solidFill>
          <a:ln xmlns:a="http://schemas.openxmlformats.org/drawingml/2006/main" w="13335">
            <a:solidFill>
              <a:srgbClr val="E2E8F0"/>
            </a:solidFill>
            <a:prstDash val="solid"/>
          </a:ln>
        </p:spPr>
      </p:sp>
      <p:sp>
        <p:nvSpPr>
          <p:cNvPr id="37" name="">
            <a:extLst xmlns:a="http://schemas.openxmlformats.org/drawingml/2006/main">
              <a:ext uri="{FF2B5EF4-FFF2-40B4-BE49-F238E27FC236}">
                <a16:creationId xmlns:a16="http://schemas.microsoft.com/office/drawing/2014/main" id="{01BF4713-E588-45DF-BCBA-15B3EF8BE7AF}"/>
              </a:ext>
            </a:extLst>
          </p:cNvPr>
          <p:cNvSpPr>
            <a:spLocks xmlns:a="http://schemas.openxmlformats.org/drawingml/2006/main" noGrp="1"/>
          </p:cNvSpPr>
          <p:nvPr/>
        </p:nvSpPr>
        <p:spPr>
          <a:xfrm xmlns:a="http://schemas.openxmlformats.org/drawingml/2006/main">
            <a:off x="6267450" y="4362450"/>
            <a:ext cx="1333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1" i="0">
                <a:solidFill>
                  <a:srgbClr val="0B1F3A"/>
                </a:solidFill>
                <a:latin typeface="Aptos"/>
                <a:ea typeface="Aptos"/>
                <a:cs typeface="Aptos"/>
              </a:defRPr>
            </a:pPr>
            <a:r>
              <a:rPr sz="1500" b="1" i="0">
                <a:solidFill>
                  <a:srgbClr val="0B1F3A"/>
                </a:solidFill>
                <a:latin typeface="Aptos"/>
                <a:ea typeface="Aptos"/>
                <a:cs typeface="Aptos"/>
              </a:rPr>
              <a:t>Push image</a:t>
            </a:r>
          </a:p>
        </p:txBody>
      </p:sp>
      <p:sp>
        <p:nvSpPr>
          <p:cNvPr id="38" name="">
            <a:extLst xmlns:a="http://schemas.openxmlformats.org/drawingml/2006/main">
              <a:ext uri="{FF2B5EF4-FFF2-40B4-BE49-F238E27FC236}">
                <a16:creationId xmlns:a16="http://schemas.microsoft.com/office/drawing/2014/main" id="{06DC860B-C429-4159-BA70-D82680EB9716}"/>
              </a:ext>
            </a:extLst>
          </p:cNvPr>
          <p:cNvSpPr>
            <a:spLocks xmlns:a="http://schemas.openxmlformats.org/drawingml/2006/main" noGrp="1"/>
          </p:cNvSpPr>
          <p:nvPr/>
        </p:nvSpPr>
        <p:spPr>
          <a:xfrm xmlns:a="http://schemas.openxmlformats.org/drawingml/2006/main">
            <a:off x="6267450" y="4857750"/>
            <a:ext cx="1333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275" b="0" i="0">
                <a:solidFill>
                  <a:srgbClr val="64748B"/>
                </a:solidFill>
                <a:latin typeface="Aptos"/>
                <a:ea typeface="Aptos"/>
                <a:cs typeface="Aptos"/>
              </a:defRPr>
            </a:pPr>
            <a:r>
              <a:rPr sz="1275" b="0" i="0">
                <a:solidFill>
                  <a:srgbClr val="64748B"/>
                </a:solidFill>
                <a:latin typeface="Aptos"/>
                <a:ea typeface="Aptos"/>
                <a:cs typeface="Aptos"/>
              </a:rPr>
              <a:t>latest + SHA</a:t>
            </a:r>
          </a:p>
        </p:txBody>
      </p:sp>
      <p:sp>
        <p:nvSpPr>
          <p:cNvPr id="39" name="">
            <a:extLst xmlns:a="http://schemas.openxmlformats.org/drawingml/2006/main">
              <a:ext uri="{FF2B5EF4-FFF2-40B4-BE49-F238E27FC236}">
                <a16:creationId xmlns:a16="http://schemas.microsoft.com/office/drawing/2014/main" id="{20041F7B-9F88-4C05-9144-42C5E6FB2D02}"/>
              </a:ext>
            </a:extLst>
          </p:cNvPr>
          <p:cNvSpPr>
            <a:spLocks xmlns:a="http://schemas.openxmlformats.org/drawingml/2006/main" noGrp="1"/>
          </p:cNvSpPr>
          <p:nvPr/>
        </p:nvSpPr>
        <p:spPr>
          <a:xfrm xmlns:a="http://schemas.openxmlformats.org/drawingml/2006/main">
            <a:off x="8001000" y="4191000"/>
            <a:ext cx="1562100" cy="1200150"/>
          </a:xfrm>
          <a:prstGeom xmlns:a="http://schemas.openxmlformats.org/drawingml/2006/main" prst="roundRect">
            <a:avLst>
              <a:gd name="adj" fmla="val 11905"/>
            </a:avLst>
          </a:prstGeom>
          <a:solidFill xmlns:a="http://schemas.openxmlformats.org/drawingml/2006/main">
            <a:srgbClr val="FFFFFF"/>
          </a:solidFill>
          <a:ln xmlns:a="http://schemas.openxmlformats.org/drawingml/2006/main" w="13335">
            <a:solidFill>
              <a:srgbClr val="E2E8F0"/>
            </a:solidFill>
            <a:prstDash val="solid"/>
          </a:ln>
        </p:spPr>
      </p:sp>
      <p:sp>
        <p:nvSpPr>
          <p:cNvPr id="40" name="">
            <a:extLst xmlns:a="http://schemas.openxmlformats.org/drawingml/2006/main">
              <a:ext uri="{FF2B5EF4-FFF2-40B4-BE49-F238E27FC236}">
                <a16:creationId xmlns:a16="http://schemas.microsoft.com/office/drawing/2014/main" id="{1A6A2D6A-C51F-446B-BCD0-20B6A45D343F}"/>
              </a:ext>
            </a:extLst>
          </p:cNvPr>
          <p:cNvSpPr>
            <a:spLocks xmlns:a="http://schemas.openxmlformats.org/drawingml/2006/main" noGrp="1"/>
          </p:cNvSpPr>
          <p:nvPr/>
        </p:nvSpPr>
        <p:spPr>
          <a:xfrm xmlns:a="http://schemas.openxmlformats.org/drawingml/2006/main">
            <a:off x="8115300" y="4362450"/>
            <a:ext cx="1333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1" i="0">
                <a:solidFill>
                  <a:srgbClr val="0B1F3A"/>
                </a:solidFill>
                <a:latin typeface="Aptos"/>
                <a:ea typeface="Aptos"/>
                <a:cs typeface="Aptos"/>
              </a:defRPr>
            </a:pPr>
            <a:r>
              <a:rPr sz="1500" b="1" i="0">
                <a:solidFill>
                  <a:srgbClr val="0B1F3A"/>
                </a:solidFill>
                <a:latin typeface="Aptos"/>
                <a:ea typeface="Aptos"/>
                <a:cs typeface="Aptos"/>
              </a:rPr>
              <a:t>SSH Linux</a:t>
            </a:r>
          </a:p>
        </p:txBody>
      </p:sp>
      <p:sp>
        <p:nvSpPr>
          <p:cNvPr id="41" name="">
            <a:extLst xmlns:a="http://schemas.openxmlformats.org/drawingml/2006/main">
              <a:ext uri="{FF2B5EF4-FFF2-40B4-BE49-F238E27FC236}">
                <a16:creationId xmlns:a16="http://schemas.microsoft.com/office/drawing/2014/main" id="{0F5AA245-C28E-4276-BCB2-D0A8949477E7}"/>
              </a:ext>
            </a:extLst>
          </p:cNvPr>
          <p:cNvSpPr>
            <a:spLocks xmlns:a="http://schemas.openxmlformats.org/drawingml/2006/main" noGrp="1"/>
          </p:cNvSpPr>
          <p:nvPr/>
        </p:nvSpPr>
        <p:spPr>
          <a:xfrm xmlns:a="http://schemas.openxmlformats.org/drawingml/2006/main">
            <a:off x="8115300" y="4857750"/>
            <a:ext cx="1333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275" b="0" i="0">
                <a:solidFill>
                  <a:srgbClr val="64748B"/>
                </a:solidFill>
                <a:latin typeface="Aptos"/>
                <a:ea typeface="Aptos"/>
                <a:cs typeface="Aptos"/>
              </a:defRPr>
            </a:pPr>
            <a:r>
              <a:rPr sz="1275" b="0" i="0">
                <a:solidFill>
                  <a:srgbClr val="64748B"/>
                </a:solidFill>
                <a:latin typeface="Aptos"/>
                <a:ea typeface="Aptos"/>
                <a:cs typeface="Aptos"/>
              </a:rPr>
              <a:t>compose pull</a:t>
            </a:r>
          </a:p>
        </p:txBody>
      </p:sp>
      <p:sp>
        <p:nvSpPr>
          <p:cNvPr id="42" name="">
            <a:extLst xmlns:a="http://schemas.openxmlformats.org/drawingml/2006/main">
              <a:ext uri="{FF2B5EF4-FFF2-40B4-BE49-F238E27FC236}">
                <a16:creationId xmlns:a16="http://schemas.microsoft.com/office/drawing/2014/main" id="{9EEEAC30-8AEE-45DC-99D8-DA9C3FBDE85A}"/>
              </a:ext>
            </a:extLst>
          </p:cNvPr>
          <p:cNvSpPr>
            <a:spLocks xmlns:a="http://schemas.openxmlformats.org/drawingml/2006/main" noGrp="1"/>
          </p:cNvSpPr>
          <p:nvPr/>
        </p:nvSpPr>
        <p:spPr>
          <a:xfrm xmlns:a="http://schemas.openxmlformats.org/drawingml/2006/main">
            <a:off x="9848850" y="4191000"/>
            <a:ext cx="1562100" cy="1200150"/>
          </a:xfrm>
          <a:prstGeom xmlns:a="http://schemas.openxmlformats.org/drawingml/2006/main" prst="roundRect">
            <a:avLst>
              <a:gd name="adj" fmla="val 11905"/>
            </a:avLst>
          </a:prstGeom>
          <a:solidFill xmlns:a="http://schemas.openxmlformats.org/drawingml/2006/main">
            <a:srgbClr val="EFF6FF"/>
          </a:solidFill>
          <a:ln xmlns:a="http://schemas.openxmlformats.org/drawingml/2006/main" w="13335">
            <a:solidFill>
              <a:srgbClr val="2563EB"/>
            </a:solidFill>
            <a:prstDash val="solid"/>
          </a:ln>
        </p:spPr>
      </p:sp>
      <p:sp>
        <p:nvSpPr>
          <p:cNvPr id="43" name="">
            <a:extLst xmlns:a="http://schemas.openxmlformats.org/drawingml/2006/main">
              <a:ext uri="{FF2B5EF4-FFF2-40B4-BE49-F238E27FC236}">
                <a16:creationId xmlns:a16="http://schemas.microsoft.com/office/drawing/2014/main" id="{59F6002D-A3AF-49CD-B2EA-F21EB0BA30FF}"/>
              </a:ext>
            </a:extLst>
          </p:cNvPr>
          <p:cNvSpPr>
            <a:spLocks xmlns:a="http://schemas.openxmlformats.org/drawingml/2006/main" noGrp="1"/>
          </p:cNvSpPr>
          <p:nvPr/>
        </p:nvSpPr>
        <p:spPr>
          <a:xfrm xmlns:a="http://schemas.openxmlformats.org/drawingml/2006/main">
            <a:off x="9963150" y="4362450"/>
            <a:ext cx="1333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500" b="1" i="0">
                <a:solidFill>
                  <a:srgbClr val="0B1F3A"/>
                </a:solidFill>
                <a:latin typeface="Aptos"/>
                <a:ea typeface="Aptos"/>
                <a:cs typeface="Aptos"/>
              </a:defRPr>
            </a:pPr>
            <a:r>
              <a:rPr sz="1500" b="1" i="0">
                <a:solidFill>
                  <a:srgbClr val="0B1F3A"/>
                </a:solidFill>
                <a:latin typeface="Aptos"/>
                <a:ea typeface="Aptos"/>
                <a:cs typeface="Aptos"/>
              </a:rPr>
              <a:t>Recreate</a:t>
            </a:r>
          </a:p>
        </p:txBody>
      </p:sp>
      <p:sp>
        <p:nvSpPr>
          <p:cNvPr id="44" name="">
            <a:extLst xmlns:a="http://schemas.openxmlformats.org/drawingml/2006/main">
              <a:ext uri="{FF2B5EF4-FFF2-40B4-BE49-F238E27FC236}">
                <a16:creationId xmlns:a16="http://schemas.microsoft.com/office/drawing/2014/main" id="{17DD948A-7594-4F7B-89EE-DCE4F5697DAF}"/>
              </a:ext>
            </a:extLst>
          </p:cNvPr>
          <p:cNvSpPr>
            <a:spLocks xmlns:a="http://schemas.openxmlformats.org/drawingml/2006/main" noGrp="1"/>
          </p:cNvSpPr>
          <p:nvPr/>
        </p:nvSpPr>
        <p:spPr>
          <a:xfrm xmlns:a="http://schemas.openxmlformats.org/drawingml/2006/main">
            <a:off x="9963150" y="4857750"/>
            <a:ext cx="1333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275" b="0" i="0">
                <a:solidFill>
                  <a:srgbClr val="64748B"/>
                </a:solidFill>
                <a:latin typeface="Aptos"/>
                <a:ea typeface="Aptos"/>
                <a:cs typeface="Aptos"/>
              </a:defRPr>
            </a:pPr>
            <a:r>
              <a:rPr sz="1275" b="0" i="0">
                <a:solidFill>
                  <a:srgbClr val="64748B"/>
                </a:solidFill>
                <a:latin typeface="Aptos"/>
                <a:ea typeface="Aptos"/>
                <a:cs typeface="Aptos"/>
              </a:rPr>
              <a:t>service mới</a:t>
            </a:r>
          </a:p>
        </p:txBody>
      </p:sp>
      <p:cxnSp>
        <p:nvCxnSpPr>
          <p:cNvPr id="96" name=""/>
          <p:cNvCxnSpPr>
            <a:stCxn xmlns:a="http://schemas.openxmlformats.org/drawingml/2006/main" id="27" idx="3"/>
            <a:endCxn xmlns:a="http://schemas.openxmlformats.org/drawingml/2006/main" id="30" idx="1"/>
          </p:cNvCxnSpPr>
          <p:nvPr/>
        </p:nvCxnSpPr>
        <p:spPr>
          <a:xfrm xmlns:a="http://schemas.openxmlformats.org/drawingml/2006/main">
            <a:off x="2171700" y="4791075"/>
            <a:ext cx="285750" cy="0"/>
          </a:xfrm>
          <a:prstGeom xmlns:a="http://schemas.openxmlformats.org/drawingml/2006/main" prst="straightConnector1">
            <a:avLst/>
          </a:prstGeom>
          <a:ln xmlns:a="http://schemas.openxmlformats.org/drawingml/2006/main" w="19050">
            <a:solidFill>
              <a:srgbClr val="2563EB"/>
            </a:solidFill>
            <a:prstDash val="solid"/>
            <a:tailEnd type="triangle" w="sm" len="sm"/>
          </a:ln>
        </p:spPr>
      </p:cxnSp>
      <p:cxnSp>
        <p:nvCxnSpPr>
          <p:cNvPr id="97" name=""/>
          <p:cNvCxnSpPr>
            <a:stCxn xmlns:a="http://schemas.openxmlformats.org/drawingml/2006/main" id="30" idx="3"/>
            <a:endCxn xmlns:a="http://schemas.openxmlformats.org/drawingml/2006/main" id="33" idx="1"/>
          </p:cNvCxnSpPr>
          <p:nvPr/>
        </p:nvCxnSpPr>
        <p:spPr>
          <a:xfrm xmlns:a="http://schemas.openxmlformats.org/drawingml/2006/main">
            <a:off x="4019550" y="4791075"/>
            <a:ext cx="285750" cy="0"/>
          </a:xfrm>
          <a:prstGeom xmlns:a="http://schemas.openxmlformats.org/drawingml/2006/main" prst="straightConnector1">
            <a:avLst/>
          </a:prstGeom>
          <a:ln xmlns:a="http://schemas.openxmlformats.org/drawingml/2006/main" w="19050">
            <a:solidFill>
              <a:srgbClr val="2563EB"/>
            </a:solidFill>
            <a:prstDash val="solid"/>
            <a:tailEnd type="triangle" w="sm" len="sm"/>
          </a:ln>
        </p:spPr>
      </p:cxnSp>
      <p:cxnSp>
        <p:nvCxnSpPr>
          <p:cNvPr id="98" name=""/>
          <p:cNvCxnSpPr>
            <a:stCxn xmlns:a="http://schemas.openxmlformats.org/drawingml/2006/main" id="33" idx="3"/>
            <a:endCxn xmlns:a="http://schemas.openxmlformats.org/drawingml/2006/main" id="36" idx="1"/>
          </p:cNvCxnSpPr>
          <p:nvPr/>
        </p:nvCxnSpPr>
        <p:spPr>
          <a:xfrm xmlns:a="http://schemas.openxmlformats.org/drawingml/2006/main">
            <a:off x="5867400" y="4791075"/>
            <a:ext cx="285750" cy="0"/>
          </a:xfrm>
          <a:prstGeom xmlns:a="http://schemas.openxmlformats.org/drawingml/2006/main" prst="straightConnector1">
            <a:avLst/>
          </a:prstGeom>
          <a:ln xmlns:a="http://schemas.openxmlformats.org/drawingml/2006/main" w="19050">
            <a:solidFill>
              <a:srgbClr val="2563EB"/>
            </a:solidFill>
            <a:prstDash val="solid"/>
            <a:tailEnd type="triangle" w="sm" len="sm"/>
          </a:ln>
        </p:spPr>
      </p:cxnSp>
      <p:cxnSp>
        <p:nvCxnSpPr>
          <p:cNvPr id="99" name=""/>
          <p:cNvCxnSpPr>
            <a:stCxn xmlns:a="http://schemas.openxmlformats.org/drawingml/2006/main" id="36" idx="3"/>
            <a:endCxn xmlns:a="http://schemas.openxmlformats.org/drawingml/2006/main" id="39" idx="1"/>
          </p:cNvCxnSpPr>
          <p:nvPr/>
        </p:nvCxnSpPr>
        <p:spPr>
          <a:xfrm xmlns:a="http://schemas.openxmlformats.org/drawingml/2006/main">
            <a:off x="7715250" y="4791075"/>
            <a:ext cx="285750" cy="0"/>
          </a:xfrm>
          <a:prstGeom xmlns:a="http://schemas.openxmlformats.org/drawingml/2006/main" prst="straightConnector1">
            <a:avLst/>
          </a:prstGeom>
          <a:ln xmlns:a="http://schemas.openxmlformats.org/drawingml/2006/main" w="19050">
            <a:solidFill>
              <a:srgbClr val="2563EB"/>
            </a:solidFill>
            <a:prstDash val="solid"/>
            <a:tailEnd type="triangle" w="sm" len="sm"/>
          </a:ln>
        </p:spPr>
      </p:cxnSp>
      <p:cxnSp>
        <p:nvCxnSpPr>
          <p:cNvPr id="100" name=""/>
          <p:cNvCxnSpPr>
            <a:stCxn xmlns:a="http://schemas.openxmlformats.org/drawingml/2006/main" id="39" idx="3"/>
            <a:endCxn xmlns:a="http://schemas.openxmlformats.org/drawingml/2006/main" id="42" idx="1"/>
          </p:cNvCxnSpPr>
          <p:nvPr/>
        </p:nvCxnSpPr>
        <p:spPr>
          <a:xfrm xmlns:a="http://schemas.openxmlformats.org/drawingml/2006/main">
            <a:off x="9563100" y="4791075"/>
            <a:ext cx="285750" cy="0"/>
          </a:xfrm>
          <a:prstGeom xmlns:a="http://schemas.openxmlformats.org/drawingml/2006/main" prst="straightConnector1">
            <a:avLst/>
          </a:prstGeom>
          <a:ln xmlns:a="http://schemas.openxmlformats.org/drawingml/2006/main" w="19050">
            <a:solidFill>
              <a:srgbClr val="2563EB"/>
            </a:solidFill>
            <a:prstDash val="solid"/>
            <a:tailEnd type="triangle" w="sm" len="sm"/>
          </a:ln>
        </p:spPr>
      </p:cxnSp>
      <p:sp>
        <p:nvSpPr>
          <p:cNvPr id="50" name="">
            <a:extLst xmlns:a="http://schemas.openxmlformats.org/drawingml/2006/main">
              <a:ext uri="{FF2B5EF4-FFF2-40B4-BE49-F238E27FC236}">
                <a16:creationId xmlns:a16="http://schemas.microsoft.com/office/drawing/2014/main" id="{FFFA8477-E7F5-42C2-9EEB-F9A75F22581A}"/>
              </a:ext>
            </a:extLst>
          </p:cNvPr>
          <p:cNvSpPr>
            <a:spLocks xmlns:a="http://schemas.openxmlformats.org/drawingml/2006/main" noGrp="1"/>
          </p:cNvSpPr>
          <p:nvPr/>
        </p:nvSpPr>
        <p:spPr>
          <a:xfrm xmlns:a="http://schemas.openxmlformats.org/drawingml/2006/main">
            <a:off x="2152650" y="5753100"/>
            <a:ext cx="7886700" cy="419100"/>
          </a:xfrm>
          <a:prstGeom xmlns:a="http://schemas.openxmlformats.org/drawingml/2006/main" prst="roundRect">
            <a:avLst>
              <a:gd name="adj" fmla="val 31818"/>
            </a:avLst>
          </a:prstGeom>
          <a:solidFill xmlns:a="http://schemas.openxmlformats.org/drawingml/2006/main">
            <a:srgbClr val="0B1F3A"/>
          </a:solidFill>
          <a:ln xmlns:a="http://schemas.openxmlformats.org/drawingml/2006/main" w="0">
            <a:solidFill>
              <a:srgbClr val="0B1F3A"/>
            </a:solidFill>
            <a:prstDash val="solid"/>
          </a:ln>
        </p:spPr>
      </p:sp>
      <p:sp>
        <p:nvSpPr>
          <p:cNvPr id="51" name="">
            <a:extLst xmlns:a="http://schemas.openxmlformats.org/drawingml/2006/main">
              <a:ext uri="{FF2B5EF4-FFF2-40B4-BE49-F238E27FC236}">
                <a16:creationId xmlns:a16="http://schemas.microsoft.com/office/drawing/2014/main" id="{CE283147-4F2D-40F2-9071-4B205508D853}"/>
              </a:ext>
            </a:extLst>
          </p:cNvPr>
          <p:cNvSpPr>
            <a:spLocks xmlns:a="http://schemas.openxmlformats.org/drawingml/2006/main" noGrp="1"/>
          </p:cNvSpPr>
          <p:nvPr/>
        </p:nvSpPr>
        <p:spPr>
          <a:xfrm xmlns:a="http://schemas.openxmlformats.org/drawingml/2006/main">
            <a:off x="2343150" y="5753100"/>
            <a:ext cx="75057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00" b="1" i="0">
                <a:solidFill>
                  <a:srgbClr val="FFFFFF"/>
                </a:solidFill>
                <a:latin typeface="Aptos"/>
                <a:ea typeface="Aptos"/>
                <a:cs typeface="Aptos"/>
              </a:defRPr>
            </a:pPr>
            <a:r>
              <a:rPr sz="1500" b="1" i="0">
                <a:solidFill>
                  <a:srgbClr val="FFFFFF"/>
                </a:solidFill>
                <a:latin typeface="Aptos"/>
                <a:ea typeface="Aptos"/>
                <a:cs typeface="Aptos"/>
              </a:rPr>
              <a:t>Chỉ reverse proxy/domain công khai; dịch vụ và database giữ trong mạng nội bộ</a:t>
            </a:r>
          </a:p>
        </p:txBody>
      </p:sp>
    </p:spTree>
    <p:extLst>
      <p:ext uri="{BB962C8B-B14F-4D97-AF65-F5344CB8AC3E}">
        <p14:creationId xmlns:p14="http://schemas.microsoft.com/office/powerpoint/2010/main" val="337727717"/>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1852F1F5-6572-4CB7-B64D-19F866D23345}"/>
              </a:ext>
            </a:extLst>
          </p:cNvPr>
          <p:cNvSpPr>
            <a:spLocks xmlns:a="http://schemas.openxmlformats.org/drawingml/2006/main" noGrp="1"/>
          </p:cNvSpPr>
          <p:nvPr/>
        </p:nvSpPr>
        <p:spPr>
          <a:xfrm xmlns:a="http://schemas.openxmlformats.org/drawingml/2006/main">
            <a:off x="609600" y="285750"/>
            <a:ext cx="1314450" cy="323850"/>
          </a:xfrm>
          <a:prstGeom xmlns:a="http://schemas.openxmlformats.org/drawingml/2006/main" prst="roundRect">
            <a:avLst>
              <a:gd name="adj" fmla="val 50000"/>
            </a:avLst>
          </a:prstGeom>
          <a:solidFill xmlns:a="http://schemas.openxmlformats.org/drawingml/2006/main">
            <a:srgbClr val="EFF6FF"/>
          </a:solidFill>
          <a:ln xmlns:a="http://schemas.openxmlformats.org/drawingml/2006/main" w="9525">
            <a:solidFill>
              <a:srgbClr val="EFF6FF"/>
            </a:solidFill>
            <a:prstDash val="solid"/>
          </a:ln>
        </p:spPr>
      </p:sp>
      <p:sp>
        <p:nvSpPr>
          <p:cNvPr id="2" name="">
            <a:extLst xmlns:a="http://schemas.openxmlformats.org/drawingml/2006/main">
              <a:ext uri="{FF2B5EF4-FFF2-40B4-BE49-F238E27FC236}">
                <a16:creationId xmlns:a16="http://schemas.microsoft.com/office/drawing/2014/main" id="{7E2F03F0-04DC-4512-9294-CBE696067CA1}"/>
              </a:ext>
            </a:extLst>
          </p:cNvPr>
          <p:cNvSpPr>
            <a:spLocks xmlns:a="http://schemas.openxmlformats.org/drawingml/2006/main" noGrp="1"/>
          </p:cNvSpPr>
          <p:nvPr/>
        </p:nvSpPr>
        <p:spPr>
          <a:xfrm xmlns:a="http://schemas.openxmlformats.org/drawingml/2006/main">
            <a:off x="609600" y="295275"/>
            <a:ext cx="1314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350" b="1" i="0">
                <a:solidFill>
                  <a:srgbClr val="2563EB"/>
                </a:solidFill>
                <a:latin typeface="Aptos"/>
                <a:ea typeface="Aptos"/>
                <a:cs typeface="Aptos"/>
              </a:defRPr>
            </a:pPr>
            <a:r>
              <a:rPr sz="1350" b="1" i="0">
                <a:solidFill>
                  <a:srgbClr val="2563EB"/>
                </a:solidFill>
                <a:latin typeface="Aptos"/>
                <a:ea typeface="Aptos"/>
                <a:cs typeface="Aptos"/>
              </a:rPr>
              <a:t>KẾT QUẢ</a:t>
            </a:r>
          </a:p>
        </p:txBody>
      </p:sp>
      <p:sp>
        <p:nvSpPr>
          <p:cNvPr id="3" name="">
            <a:extLst xmlns:a="http://schemas.openxmlformats.org/drawingml/2006/main">
              <a:ext uri="{FF2B5EF4-FFF2-40B4-BE49-F238E27FC236}">
                <a16:creationId xmlns:a16="http://schemas.microsoft.com/office/drawing/2014/main" id="{D0FB864B-D8EA-494C-9B47-D944FA058F4B}"/>
              </a:ext>
            </a:extLst>
          </p:cNvPr>
          <p:cNvSpPr>
            <a:spLocks xmlns:a="http://schemas.openxmlformats.org/drawingml/2006/main" noGrp="1"/>
          </p:cNvSpPr>
          <p:nvPr/>
        </p:nvSpPr>
        <p:spPr>
          <a:xfrm xmlns:a="http://schemas.openxmlformats.org/drawingml/2006/main">
            <a:off x="609600" y="742950"/>
            <a:ext cx="109728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5000"/>
              </a:lnSpc>
              <a:buNone/>
              <a:defRPr sz="3600" b="1" i="0">
                <a:solidFill>
                  <a:srgbClr val="0B1F3A"/>
                </a:solidFill>
                <a:latin typeface="Aptos"/>
                <a:ea typeface="Aptos"/>
                <a:cs typeface="Aptos"/>
              </a:defRPr>
            </a:pPr>
            <a:r>
              <a:rPr sz="3600" b="1" i="0">
                <a:solidFill>
                  <a:srgbClr val="0B1F3A"/>
                </a:solidFill>
                <a:latin typeface="Aptos"/>
                <a:ea typeface="Aptos"/>
                <a:cs typeface="Aptos"/>
              </a:rPr>
              <a:t>Hoàn thiện vòng học cốt lõi, sẵn sàng mở rộng</a:t>
            </a:r>
          </a:p>
        </p:txBody>
      </p:sp>
      <p:sp>
        <p:nvSpPr>
          <p:cNvPr id="4" name="">
            <a:extLst xmlns:a="http://schemas.openxmlformats.org/drawingml/2006/main">
              <a:ext uri="{FF2B5EF4-FFF2-40B4-BE49-F238E27FC236}">
                <a16:creationId xmlns:a16="http://schemas.microsoft.com/office/drawing/2014/main" id="{5B767237-C0A7-499F-9571-7C24FCAE5C81}"/>
              </a:ext>
            </a:extLst>
          </p:cNvPr>
          <p:cNvSpPr>
            <a:spLocks xmlns:a="http://schemas.openxmlformats.org/drawingml/2006/main" noGrp="1"/>
          </p:cNvSpPr>
          <p:nvPr/>
        </p:nvSpPr>
        <p:spPr>
          <a:xfrm xmlns:a="http://schemas.openxmlformats.org/drawingml/2006/main">
            <a:off x="609600" y="1495425"/>
            <a:ext cx="10972800" cy="19050"/>
          </a:xfrm>
          <a:prstGeom xmlns:a="http://schemas.openxmlformats.org/drawingml/2006/main" prst="rect">
            <a:avLst/>
          </a:prstGeom>
          <a:solidFill xmlns:a="http://schemas.openxmlformats.org/drawingml/2006/main">
            <a:srgbClr val="E2E8F0"/>
          </a:solidFill>
          <a:ln xmlns:a="http://schemas.openxmlformats.org/drawingml/2006/main" w="0">
            <a:solidFill>
              <a:srgbClr val="E2E8F0"/>
            </a:solidFill>
            <a:prstDash val="solid"/>
          </a:ln>
        </p:spPr>
      </p:sp>
      <p:sp>
        <p:nvSpPr>
          <p:cNvPr id="5" name="">
            <a:extLst xmlns:a="http://schemas.openxmlformats.org/drawingml/2006/main">
              <a:ext uri="{FF2B5EF4-FFF2-40B4-BE49-F238E27FC236}">
                <a16:creationId xmlns:a16="http://schemas.microsoft.com/office/drawing/2014/main" id="{BCD7D185-7B1E-4B11-B409-EB9D7A777885}"/>
              </a:ext>
            </a:extLst>
          </p:cNvPr>
          <p:cNvSpPr>
            <a:spLocks xmlns:a="http://schemas.openxmlformats.org/drawingml/2006/main" noGrp="1"/>
          </p:cNvSpPr>
          <p:nvPr/>
        </p:nvSpPr>
        <p:spPr>
          <a:xfrm xmlns:a="http://schemas.openxmlformats.org/drawingml/2006/main">
            <a:off x="609600" y="1495425"/>
            <a:ext cx="1143000" cy="38100"/>
          </a:xfrm>
          <a:prstGeom xmlns:a="http://schemas.openxmlformats.org/drawingml/2006/main" prst="rect">
            <a:avLst/>
          </a:prstGeom>
          <a:solidFill xmlns:a="http://schemas.openxmlformats.org/drawingml/2006/main">
            <a:srgbClr val="2563EB"/>
          </a:solidFill>
          <a:ln xmlns:a="http://schemas.openxmlformats.org/drawingml/2006/main" w="0">
            <a:solidFill>
              <a:srgbClr val="2563EB"/>
            </a:solidFill>
            <a:prstDash val="solid"/>
          </a:ln>
        </p:spPr>
      </p:sp>
      <p:sp>
        <p:nvSpPr>
          <p:cNvPr id="6" name="">
            <a:extLst xmlns:a="http://schemas.openxmlformats.org/drawingml/2006/main">
              <a:ext uri="{FF2B5EF4-FFF2-40B4-BE49-F238E27FC236}">
                <a16:creationId xmlns:a16="http://schemas.microsoft.com/office/drawing/2014/main" id="{5D2C51DE-51E9-4C90-989A-B6090B727F7B}"/>
              </a:ext>
            </a:extLst>
          </p:cNvPr>
          <p:cNvSpPr>
            <a:spLocks xmlns:a="http://schemas.openxmlformats.org/drawingml/2006/main" noGrp="1"/>
          </p:cNvSpPr>
          <p:nvPr/>
        </p:nvSpPr>
        <p:spPr>
          <a:xfrm xmlns:a="http://schemas.openxmlformats.org/drawingml/2006/main">
            <a:off x="609600" y="6543675"/>
            <a:ext cx="3429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1" i="0">
                <a:solidFill>
                  <a:srgbClr val="94A3B8"/>
                </a:solidFill>
                <a:latin typeface="Aptos"/>
                <a:ea typeface="Aptos"/>
                <a:cs typeface="Aptos"/>
              </a:defRPr>
            </a:pPr>
            <a:r>
              <a:rPr sz="1125" b="1" i="0">
                <a:solidFill>
                  <a:srgbClr val="94A3B8"/>
                </a:solidFill>
                <a:latin typeface="Aptos"/>
                <a:ea typeface="Aptos"/>
                <a:cs typeface="Aptos"/>
              </a:rPr>
              <a:t>VOCAB APP  •  ĐỒ ÁN KHÓA LUẬN</a:t>
            </a:r>
          </a:p>
        </p:txBody>
      </p:sp>
      <p:sp>
        <p:nvSpPr>
          <p:cNvPr id="7" name="">
            <a:extLst xmlns:a="http://schemas.openxmlformats.org/drawingml/2006/main">
              <a:ext uri="{FF2B5EF4-FFF2-40B4-BE49-F238E27FC236}">
                <a16:creationId xmlns:a16="http://schemas.microsoft.com/office/drawing/2014/main" id="{01107E66-EAA2-49DE-BA93-E5CFF66B6DF6}"/>
              </a:ext>
            </a:extLst>
          </p:cNvPr>
          <p:cNvSpPr>
            <a:spLocks xmlns:a="http://schemas.openxmlformats.org/drawingml/2006/main" noGrp="1"/>
          </p:cNvSpPr>
          <p:nvPr/>
        </p:nvSpPr>
        <p:spPr>
          <a:xfrm xmlns:a="http://schemas.openxmlformats.org/drawingml/2006/main">
            <a:off x="11144250" y="6486525"/>
            <a:ext cx="43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1" i="0">
                <a:solidFill>
                  <a:srgbClr val="64748B"/>
                </a:solidFill>
                <a:latin typeface="Aptos"/>
                <a:ea typeface="Aptos"/>
                <a:cs typeface="Aptos"/>
              </a:defRPr>
            </a:pPr>
            <a:r>
              <a:rPr sz="1350" b="1" i="0">
                <a:solidFill>
                  <a:srgbClr val="64748B"/>
                </a:solidFill>
                <a:latin typeface="Aptos"/>
                <a:ea typeface="Aptos"/>
                <a:cs typeface="Aptos"/>
              </a:rPr>
              <a:t>15</a:t>
            </a:r>
          </a:p>
        </p:txBody>
      </p:sp>
      <p:sp>
        <p:nvSpPr>
          <p:cNvPr id="8" name="">
            <a:extLst xmlns:a="http://schemas.openxmlformats.org/drawingml/2006/main">
              <a:ext uri="{FF2B5EF4-FFF2-40B4-BE49-F238E27FC236}">
                <a16:creationId xmlns:a16="http://schemas.microsoft.com/office/drawing/2014/main" id="{CD511CF5-5791-40B5-B290-A48EDE7C9851}"/>
              </a:ext>
            </a:extLst>
          </p:cNvPr>
          <p:cNvSpPr>
            <a:spLocks xmlns:a="http://schemas.openxmlformats.org/drawingml/2006/main" noGrp="1"/>
          </p:cNvSpPr>
          <p:nvPr/>
        </p:nvSpPr>
        <p:spPr>
          <a:xfrm xmlns:a="http://schemas.openxmlformats.org/drawingml/2006/main">
            <a:off x="609600" y="1905000"/>
            <a:ext cx="3810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i="0">
                <a:solidFill>
                  <a:srgbClr val="64748B"/>
                </a:solidFill>
                <a:latin typeface="Aptos"/>
                <a:ea typeface="Aptos"/>
                <a:cs typeface="Aptos"/>
              </a:defRPr>
            </a:pPr>
            <a:r>
              <a:rPr sz="1500" b="1" i="0">
                <a:solidFill>
                  <a:srgbClr val="64748B"/>
                </a:solidFill>
                <a:latin typeface="Aptos"/>
                <a:ea typeface="Aptos"/>
                <a:cs typeface="Aptos"/>
              </a:rPr>
              <a:t>KẾT QUẢ ĐẠT ĐƯỢC</a:t>
            </a:r>
          </a:p>
        </p:txBody>
      </p:sp>
      <p:sp>
        <p:nvSpPr>
          <p:cNvPr id="9" name="">
            <a:extLst xmlns:a="http://schemas.openxmlformats.org/drawingml/2006/main">
              <a:ext uri="{FF2B5EF4-FFF2-40B4-BE49-F238E27FC236}">
                <a16:creationId xmlns:a16="http://schemas.microsoft.com/office/drawing/2014/main" id="{44D117D1-117B-483A-AE2E-97E8D214FD2A}"/>
              </a:ext>
            </a:extLst>
          </p:cNvPr>
          <p:cNvSpPr>
            <a:spLocks xmlns:a="http://schemas.openxmlformats.org/drawingml/2006/main" noGrp="1"/>
          </p:cNvSpPr>
          <p:nvPr/>
        </p:nvSpPr>
        <p:spPr>
          <a:xfrm xmlns:a="http://schemas.openxmlformats.org/drawingml/2006/main">
            <a:off x="609600" y="2343150"/>
            <a:ext cx="3448050" cy="895350"/>
          </a:xfrm>
          <a:prstGeom xmlns:a="http://schemas.openxmlformats.org/drawingml/2006/main" prst="roundRect">
            <a:avLst>
              <a:gd name="adj" fmla="val 17021"/>
            </a:avLst>
          </a:prstGeom>
          <a:solidFill xmlns:a="http://schemas.openxmlformats.org/drawingml/2006/main">
            <a:srgbClr val="F8FAFC"/>
          </a:solidFill>
          <a:ln xmlns:a="http://schemas.openxmlformats.org/drawingml/2006/main" w="12383">
            <a:solidFill>
              <a:srgbClr val="E2E8F0"/>
            </a:solidFill>
            <a:prstDash val="solid"/>
          </a:ln>
        </p:spPr>
      </p:sp>
      <p:sp>
        <p:nvSpPr>
          <p:cNvPr id="10" name="">
            <a:extLst xmlns:a="http://schemas.openxmlformats.org/drawingml/2006/main">
              <a:ext uri="{FF2B5EF4-FFF2-40B4-BE49-F238E27FC236}">
                <a16:creationId xmlns:a16="http://schemas.microsoft.com/office/drawing/2014/main" id="{24DB6305-F763-47E6-8F4A-DB9ECAFE323D}"/>
              </a:ext>
            </a:extLst>
          </p:cNvPr>
          <p:cNvSpPr>
            <a:spLocks xmlns:a="http://schemas.openxmlformats.org/drawingml/2006/main" noGrp="1"/>
          </p:cNvSpPr>
          <p:nvPr/>
        </p:nvSpPr>
        <p:spPr>
          <a:xfrm xmlns:a="http://schemas.openxmlformats.org/drawingml/2006/main">
            <a:off x="781050" y="2571750"/>
            <a:ext cx="438150" cy="438150"/>
          </a:xfrm>
          <a:prstGeom xmlns:a="http://schemas.openxmlformats.org/drawingml/2006/main" prst="ellipse">
            <a:avLst/>
          </a:prstGeom>
          <a:solidFill xmlns:a="http://schemas.openxmlformats.org/drawingml/2006/main">
            <a:srgbClr val="0B1F3A"/>
          </a:solidFill>
          <a:ln xmlns:a="http://schemas.openxmlformats.org/drawingml/2006/main" w="9525">
            <a:solidFill>
              <a:srgbClr val="0B1F3A"/>
            </a:solidFill>
            <a:prstDash val="solid"/>
          </a:ln>
        </p:spPr>
      </p:sp>
      <p:sp>
        <p:nvSpPr>
          <p:cNvPr id="11" name="">
            <a:extLst xmlns:a="http://schemas.openxmlformats.org/drawingml/2006/main">
              <a:ext uri="{FF2B5EF4-FFF2-40B4-BE49-F238E27FC236}">
                <a16:creationId xmlns:a16="http://schemas.microsoft.com/office/drawing/2014/main" id="{CFE73509-B806-4BAC-865B-F1609FD55430}"/>
              </a:ext>
            </a:extLst>
          </p:cNvPr>
          <p:cNvSpPr>
            <a:spLocks xmlns:a="http://schemas.openxmlformats.org/drawingml/2006/main" noGrp="1"/>
          </p:cNvSpPr>
          <p:nvPr/>
        </p:nvSpPr>
        <p:spPr>
          <a:xfrm xmlns:a="http://schemas.openxmlformats.org/drawingml/2006/main">
            <a:off x="781050" y="2571750"/>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00" b="1" i="0">
                <a:solidFill>
                  <a:srgbClr val="FFFFFF"/>
                </a:solidFill>
                <a:latin typeface="Aptos"/>
                <a:ea typeface="Aptos"/>
                <a:cs typeface="Aptos"/>
              </a:defRPr>
            </a:pPr>
            <a:r>
              <a:rPr sz="1500" b="1" i="0">
                <a:solidFill>
                  <a:srgbClr val="FFFFFF"/>
                </a:solidFill>
                <a:latin typeface="Aptos"/>
                <a:ea typeface="Aptos"/>
                <a:cs typeface="Aptos"/>
              </a:rPr>
              <a:t>1</a:t>
            </a:r>
          </a:p>
        </p:txBody>
      </p:sp>
      <p:sp>
        <p:nvSpPr>
          <p:cNvPr id="12" name="">
            <a:extLst xmlns:a="http://schemas.openxmlformats.org/drawingml/2006/main">
              <a:ext uri="{FF2B5EF4-FFF2-40B4-BE49-F238E27FC236}">
                <a16:creationId xmlns:a16="http://schemas.microsoft.com/office/drawing/2014/main" id="{623FFD07-DC31-4A4E-AFA1-D2BE24D390FC}"/>
              </a:ext>
            </a:extLst>
          </p:cNvPr>
          <p:cNvSpPr>
            <a:spLocks xmlns:a="http://schemas.openxmlformats.org/drawingml/2006/main" noGrp="1"/>
          </p:cNvSpPr>
          <p:nvPr/>
        </p:nvSpPr>
        <p:spPr>
          <a:xfrm xmlns:a="http://schemas.openxmlformats.org/drawingml/2006/main">
            <a:off x="1371600" y="2476500"/>
            <a:ext cx="2457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i="0">
                <a:solidFill>
                  <a:srgbClr val="0B1F3A"/>
                </a:solidFill>
                <a:latin typeface="Aptos"/>
                <a:ea typeface="Aptos"/>
                <a:cs typeface="Aptos"/>
              </a:defRPr>
            </a:pPr>
            <a:r>
              <a:rPr sz="1650" b="1" i="0">
                <a:solidFill>
                  <a:srgbClr val="0B1F3A"/>
                </a:solidFill>
                <a:latin typeface="Aptos"/>
                <a:ea typeface="Aptos"/>
                <a:cs typeface="Aptos"/>
              </a:rPr>
              <a:t>Nền tảng dữ liệu</a:t>
            </a:r>
          </a:p>
        </p:txBody>
      </p:sp>
      <p:sp>
        <p:nvSpPr>
          <p:cNvPr id="13" name="">
            <a:extLst xmlns:a="http://schemas.openxmlformats.org/drawingml/2006/main">
              <a:ext uri="{FF2B5EF4-FFF2-40B4-BE49-F238E27FC236}">
                <a16:creationId xmlns:a16="http://schemas.microsoft.com/office/drawing/2014/main" id="{C93A9F6A-986B-47B1-8E2A-EA7C209DF3BB}"/>
              </a:ext>
            </a:extLst>
          </p:cNvPr>
          <p:cNvSpPr>
            <a:spLocks xmlns:a="http://schemas.openxmlformats.org/drawingml/2006/main" noGrp="1"/>
          </p:cNvSpPr>
          <p:nvPr/>
        </p:nvSpPr>
        <p:spPr>
          <a:xfrm xmlns:a="http://schemas.openxmlformats.org/drawingml/2006/main">
            <a:off x="1371600" y="2819400"/>
            <a:ext cx="2457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i="0">
                <a:solidFill>
                  <a:srgbClr val="475569"/>
                </a:solidFill>
                <a:latin typeface="Aptos"/>
                <a:ea typeface="Aptos"/>
                <a:cs typeface="Aptos"/>
              </a:defRPr>
            </a:pPr>
            <a:r>
              <a:rPr sz="1275" b="0" i="0">
                <a:solidFill>
                  <a:srgbClr val="475569"/>
                </a:solidFill>
                <a:latin typeface="Aptos"/>
                <a:ea typeface="Aptos"/>
                <a:cs typeface="Aptos"/>
              </a:rPr>
              <a:t>1,33M từ phân biệt; sense và ví dụ chuẩn hóa</a:t>
            </a:r>
          </a:p>
        </p:txBody>
      </p:sp>
      <p:sp>
        <p:nvSpPr>
          <p:cNvPr id="14" name="">
            <a:extLst xmlns:a="http://schemas.openxmlformats.org/drawingml/2006/main">
              <a:ext uri="{FF2B5EF4-FFF2-40B4-BE49-F238E27FC236}">
                <a16:creationId xmlns:a16="http://schemas.microsoft.com/office/drawing/2014/main" id="{0BDB639F-3CC5-4878-B868-EC4CEEF52285}"/>
              </a:ext>
            </a:extLst>
          </p:cNvPr>
          <p:cNvSpPr>
            <a:spLocks xmlns:a="http://schemas.openxmlformats.org/drawingml/2006/main" noGrp="1"/>
          </p:cNvSpPr>
          <p:nvPr/>
        </p:nvSpPr>
        <p:spPr>
          <a:xfrm xmlns:a="http://schemas.openxmlformats.org/drawingml/2006/main">
            <a:off x="4324350" y="2343150"/>
            <a:ext cx="3448050" cy="895350"/>
          </a:xfrm>
          <a:prstGeom xmlns:a="http://schemas.openxmlformats.org/drawingml/2006/main" prst="roundRect">
            <a:avLst>
              <a:gd name="adj" fmla="val 17021"/>
            </a:avLst>
          </a:prstGeom>
          <a:solidFill xmlns:a="http://schemas.openxmlformats.org/drawingml/2006/main">
            <a:srgbClr val="EFF6FF"/>
          </a:solidFill>
          <a:ln xmlns:a="http://schemas.openxmlformats.org/drawingml/2006/main" w="12383">
            <a:solidFill>
              <a:srgbClr val="93C5FD"/>
            </a:solidFill>
            <a:prstDash val="solid"/>
          </a:ln>
        </p:spPr>
      </p:sp>
      <p:sp>
        <p:nvSpPr>
          <p:cNvPr id="15" name="">
            <a:extLst xmlns:a="http://schemas.openxmlformats.org/drawingml/2006/main">
              <a:ext uri="{FF2B5EF4-FFF2-40B4-BE49-F238E27FC236}">
                <a16:creationId xmlns:a16="http://schemas.microsoft.com/office/drawing/2014/main" id="{B3A2CED8-6B12-4940-A61F-61E1EBD37915}"/>
              </a:ext>
            </a:extLst>
          </p:cNvPr>
          <p:cNvSpPr>
            <a:spLocks xmlns:a="http://schemas.openxmlformats.org/drawingml/2006/main" noGrp="1"/>
          </p:cNvSpPr>
          <p:nvPr/>
        </p:nvSpPr>
        <p:spPr>
          <a:xfrm xmlns:a="http://schemas.openxmlformats.org/drawingml/2006/main">
            <a:off x="4495800" y="2571750"/>
            <a:ext cx="438150" cy="438150"/>
          </a:xfrm>
          <a:prstGeom xmlns:a="http://schemas.openxmlformats.org/drawingml/2006/main" prst="ellipse">
            <a:avLst/>
          </a:prstGeom>
          <a:solidFill xmlns:a="http://schemas.openxmlformats.org/drawingml/2006/main">
            <a:srgbClr val="2563EB"/>
          </a:solidFill>
          <a:ln xmlns:a="http://schemas.openxmlformats.org/drawingml/2006/main" w="9525">
            <a:solidFill>
              <a:srgbClr val="2563EB"/>
            </a:solidFill>
            <a:prstDash val="solid"/>
          </a:ln>
        </p:spPr>
      </p:sp>
      <p:sp>
        <p:nvSpPr>
          <p:cNvPr id="16" name="">
            <a:extLst xmlns:a="http://schemas.openxmlformats.org/drawingml/2006/main">
              <a:ext uri="{FF2B5EF4-FFF2-40B4-BE49-F238E27FC236}">
                <a16:creationId xmlns:a16="http://schemas.microsoft.com/office/drawing/2014/main" id="{5FFA4EC0-C4AC-46D4-8C12-C58366186211}"/>
              </a:ext>
            </a:extLst>
          </p:cNvPr>
          <p:cNvSpPr>
            <a:spLocks xmlns:a="http://schemas.openxmlformats.org/drawingml/2006/main" noGrp="1"/>
          </p:cNvSpPr>
          <p:nvPr/>
        </p:nvSpPr>
        <p:spPr>
          <a:xfrm xmlns:a="http://schemas.openxmlformats.org/drawingml/2006/main">
            <a:off x="4495800" y="2571750"/>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00" b="1" i="0">
                <a:solidFill>
                  <a:srgbClr val="FFFFFF"/>
                </a:solidFill>
                <a:latin typeface="Aptos"/>
                <a:ea typeface="Aptos"/>
                <a:cs typeface="Aptos"/>
              </a:defRPr>
            </a:pPr>
            <a:r>
              <a:rPr sz="1500" b="1" i="0">
                <a:solidFill>
                  <a:srgbClr val="FFFFFF"/>
                </a:solidFill>
                <a:latin typeface="Aptos"/>
                <a:ea typeface="Aptos"/>
                <a:cs typeface="Aptos"/>
              </a:rPr>
              <a:t>2</a:t>
            </a:r>
          </a:p>
        </p:txBody>
      </p:sp>
      <p:sp>
        <p:nvSpPr>
          <p:cNvPr id="17" name="">
            <a:extLst xmlns:a="http://schemas.openxmlformats.org/drawingml/2006/main">
              <a:ext uri="{FF2B5EF4-FFF2-40B4-BE49-F238E27FC236}">
                <a16:creationId xmlns:a16="http://schemas.microsoft.com/office/drawing/2014/main" id="{BBD806CB-13B1-4812-B6A4-CE77C6CBEC6B}"/>
              </a:ext>
            </a:extLst>
          </p:cNvPr>
          <p:cNvSpPr>
            <a:spLocks xmlns:a="http://schemas.openxmlformats.org/drawingml/2006/main" noGrp="1"/>
          </p:cNvSpPr>
          <p:nvPr/>
        </p:nvSpPr>
        <p:spPr>
          <a:xfrm xmlns:a="http://schemas.openxmlformats.org/drawingml/2006/main">
            <a:off x="5086350" y="2476500"/>
            <a:ext cx="2457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i="0">
                <a:solidFill>
                  <a:srgbClr val="0B1F3A"/>
                </a:solidFill>
                <a:latin typeface="Aptos"/>
                <a:ea typeface="Aptos"/>
                <a:cs typeface="Aptos"/>
              </a:defRPr>
            </a:pPr>
            <a:r>
              <a:rPr sz="1650" b="1" i="0">
                <a:solidFill>
                  <a:srgbClr val="0B1F3A"/>
                </a:solidFill>
                <a:latin typeface="Aptos"/>
                <a:ea typeface="Aptos"/>
                <a:cs typeface="Aptos"/>
              </a:rPr>
              <a:t>Vocab Review</a:t>
            </a:r>
          </a:p>
        </p:txBody>
      </p:sp>
      <p:sp>
        <p:nvSpPr>
          <p:cNvPr id="18" name="">
            <a:extLst xmlns:a="http://schemas.openxmlformats.org/drawingml/2006/main">
              <a:ext uri="{FF2B5EF4-FFF2-40B4-BE49-F238E27FC236}">
                <a16:creationId xmlns:a16="http://schemas.microsoft.com/office/drawing/2014/main" id="{A62FB993-FED3-477D-80F1-0AD2722A5F1E}"/>
              </a:ext>
            </a:extLst>
          </p:cNvPr>
          <p:cNvSpPr>
            <a:spLocks xmlns:a="http://schemas.openxmlformats.org/drawingml/2006/main" noGrp="1"/>
          </p:cNvSpPr>
          <p:nvPr/>
        </p:nvSpPr>
        <p:spPr>
          <a:xfrm xmlns:a="http://schemas.openxmlformats.org/drawingml/2006/main">
            <a:off x="5086350" y="2819400"/>
            <a:ext cx="2457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i="0">
                <a:solidFill>
                  <a:srgbClr val="475569"/>
                </a:solidFill>
                <a:latin typeface="Aptos"/>
                <a:ea typeface="Aptos"/>
                <a:cs typeface="Aptos"/>
              </a:defRPr>
            </a:pPr>
            <a:r>
              <a:rPr sz="1275" b="0" i="0">
                <a:solidFill>
                  <a:srgbClr val="475569"/>
                </a:solidFill>
                <a:latin typeface="Aptos"/>
                <a:ea typeface="Aptos"/>
                <a:cs typeface="Aptos"/>
              </a:rPr>
              <a:t>8 dạng bài • shared snapshot • personal retry • schedule</a:t>
            </a:r>
          </a:p>
        </p:txBody>
      </p:sp>
      <p:sp>
        <p:nvSpPr>
          <p:cNvPr id="19" name="">
            <a:extLst xmlns:a="http://schemas.openxmlformats.org/drawingml/2006/main">
              <a:ext uri="{FF2B5EF4-FFF2-40B4-BE49-F238E27FC236}">
                <a16:creationId xmlns:a16="http://schemas.microsoft.com/office/drawing/2014/main" id="{8D882071-3C51-45A9-82EA-AB36FF0CB422}"/>
              </a:ext>
            </a:extLst>
          </p:cNvPr>
          <p:cNvSpPr>
            <a:spLocks xmlns:a="http://schemas.openxmlformats.org/drawingml/2006/main" noGrp="1"/>
          </p:cNvSpPr>
          <p:nvPr/>
        </p:nvSpPr>
        <p:spPr>
          <a:xfrm xmlns:a="http://schemas.openxmlformats.org/drawingml/2006/main">
            <a:off x="609600" y="3448050"/>
            <a:ext cx="3448050" cy="895350"/>
          </a:xfrm>
          <a:prstGeom xmlns:a="http://schemas.openxmlformats.org/drawingml/2006/main" prst="roundRect">
            <a:avLst>
              <a:gd name="adj" fmla="val 17021"/>
            </a:avLst>
          </a:prstGeom>
          <a:solidFill xmlns:a="http://schemas.openxmlformats.org/drawingml/2006/main">
            <a:srgbClr val="F8FAFC"/>
          </a:solidFill>
          <a:ln xmlns:a="http://schemas.openxmlformats.org/drawingml/2006/main" w="12383">
            <a:solidFill>
              <a:srgbClr val="E2E8F0"/>
            </a:solidFill>
            <a:prstDash val="solid"/>
          </a:ln>
        </p:spPr>
      </p:sp>
      <p:sp>
        <p:nvSpPr>
          <p:cNvPr id="20" name="">
            <a:extLst xmlns:a="http://schemas.openxmlformats.org/drawingml/2006/main">
              <a:ext uri="{FF2B5EF4-FFF2-40B4-BE49-F238E27FC236}">
                <a16:creationId xmlns:a16="http://schemas.microsoft.com/office/drawing/2014/main" id="{076E55D2-FBF4-4385-86C3-40DAA65A5784}"/>
              </a:ext>
            </a:extLst>
          </p:cNvPr>
          <p:cNvSpPr>
            <a:spLocks xmlns:a="http://schemas.openxmlformats.org/drawingml/2006/main" noGrp="1"/>
          </p:cNvSpPr>
          <p:nvPr/>
        </p:nvSpPr>
        <p:spPr>
          <a:xfrm xmlns:a="http://schemas.openxmlformats.org/drawingml/2006/main">
            <a:off x="781050" y="3676650"/>
            <a:ext cx="438150" cy="438150"/>
          </a:xfrm>
          <a:prstGeom xmlns:a="http://schemas.openxmlformats.org/drawingml/2006/main" prst="ellipse">
            <a:avLst/>
          </a:prstGeom>
          <a:solidFill xmlns:a="http://schemas.openxmlformats.org/drawingml/2006/main">
            <a:srgbClr val="0B1F3A"/>
          </a:solidFill>
          <a:ln xmlns:a="http://schemas.openxmlformats.org/drawingml/2006/main" w="9525">
            <a:solidFill>
              <a:srgbClr val="0B1F3A"/>
            </a:solidFill>
            <a:prstDash val="solid"/>
          </a:ln>
        </p:spPr>
      </p:sp>
      <p:sp>
        <p:nvSpPr>
          <p:cNvPr id="21" name="">
            <a:extLst xmlns:a="http://schemas.openxmlformats.org/drawingml/2006/main">
              <a:ext uri="{FF2B5EF4-FFF2-40B4-BE49-F238E27FC236}">
                <a16:creationId xmlns:a16="http://schemas.microsoft.com/office/drawing/2014/main" id="{ACF9DDC4-D753-4EBC-AC49-586EECA580E5}"/>
              </a:ext>
            </a:extLst>
          </p:cNvPr>
          <p:cNvSpPr>
            <a:spLocks xmlns:a="http://schemas.openxmlformats.org/drawingml/2006/main" noGrp="1"/>
          </p:cNvSpPr>
          <p:nvPr/>
        </p:nvSpPr>
        <p:spPr>
          <a:xfrm xmlns:a="http://schemas.openxmlformats.org/drawingml/2006/main">
            <a:off x="781050" y="3676650"/>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00" b="1" i="0">
                <a:solidFill>
                  <a:srgbClr val="FFFFFF"/>
                </a:solidFill>
                <a:latin typeface="Aptos"/>
                <a:ea typeface="Aptos"/>
                <a:cs typeface="Aptos"/>
              </a:defRPr>
            </a:pPr>
            <a:r>
              <a:rPr sz="1500" b="1" i="0">
                <a:solidFill>
                  <a:srgbClr val="FFFFFF"/>
                </a:solidFill>
                <a:latin typeface="Aptos"/>
                <a:ea typeface="Aptos"/>
                <a:cs typeface="Aptos"/>
              </a:rPr>
              <a:t>3</a:t>
            </a:r>
          </a:p>
        </p:txBody>
      </p:sp>
      <p:sp>
        <p:nvSpPr>
          <p:cNvPr id="22" name="">
            <a:extLst xmlns:a="http://schemas.openxmlformats.org/drawingml/2006/main">
              <a:ext uri="{FF2B5EF4-FFF2-40B4-BE49-F238E27FC236}">
                <a16:creationId xmlns:a16="http://schemas.microsoft.com/office/drawing/2014/main" id="{560BC104-BC96-4886-BE65-44A16D50DDB7}"/>
              </a:ext>
            </a:extLst>
          </p:cNvPr>
          <p:cNvSpPr>
            <a:spLocks xmlns:a="http://schemas.openxmlformats.org/drawingml/2006/main" noGrp="1"/>
          </p:cNvSpPr>
          <p:nvPr/>
        </p:nvSpPr>
        <p:spPr>
          <a:xfrm xmlns:a="http://schemas.openxmlformats.org/drawingml/2006/main">
            <a:off x="1371600" y="3581400"/>
            <a:ext cx="2457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i="0">
                <a:solidFill>
                  <a:srgbClr val="0B1F3A"/>
                </a:solidFill>
                <a:latin typeface="Aptos"/>
                <a:ea typeface="Aptos"/>
                <a:cs typeface="Aptos"/>
              </a:defRPr>
            </a:pPr>
            <a:r>
              <a:rPr sz="1650" b="1" i="0">
                <a:solidFill>
                  <a:srgbClr val="0B1F3A"/>
                </a:solidFill>
                <a:latin typeface="Aptos"/>
                <a:ea typeface="Aptos"/>
                <a:cs typeface="Aptos"/>
              </a:rPr>
              <a:t>Luyện kỹ năng</a:t>
            </a:r>
          </a:p>
        </p:txBody>
      </p:sp>
      <p:sp>
        <p:nvSpPr>
          <p:cNvPr id="23" name="">
            <a:extLst xmlns:a="http://schemas.openxmlformats.org/drawingml/2006/main">
              <a:ext uri="{FF2B5EF4-FFF2-40B4-BE49-F238E27FC236}">
                <a16:creationId xmlns:a16="http://schemas.microsoft.com/office/drawing/2014/main" id="{89AB8A43-290C-4FC4-8B71-7F72F7A4879C}"/>
              </a:ext>
            </a:extLst>
          </p:cNvPr>
          <p:cNvSpPr>
            <a:spLocks xmlns:a="http://schemas.openxmlformats.org/drawingml/2006/main" noGrp="1"/>
          </p:cNvSpPr>
          <p:nvPr/>
        </p:nvSpPr>
        <p:spPr>
          <a:xfrm xmlns:a="http://schemas.openxmlformats.org/drawingml/2006/main">
            <a:off x="1371600" y="3924300"/>
            <a:ext cx="2457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i="0">
                <a:solidFill>
                  <a:srgbClr val="475569"/>
                </a:solidFill>
                <a:latin typeface="Aptos"/>
                <a:ea typeface="Aptos"/>
                <a:cs typeface="Aptos"/>
              </a:defRPr>
            </a:pPr>
            <a:r>
              <a:rPr sz="1275" b="0" i="0">
                <a:solidFill>
                  <a:srgbClr val="475569"/>
                </a:solidFill>
                <a:latin typeface="Aptos"/>
                <a:ea typeface="Aptos"/>
                <a:cs typeface="Aptos"/>
              </a:rPr>
              <a:t>Listen-and-Type và Writing AI có lịch sử attempt</a:t>
            </a:r>
          </a:p>
        </p:txBody>
      </p:sp>
      <p:sp>
        <p:nvSpPr>
          <p:cNvPr id="24" name="">
            <a:extLst xmlns:a="http://schemas.openxmlformats.org/drawingml/2006/main">
              <a:ext uri="{FF2B5EF4-FFF2-40B4-BE49-F238E27FC236}">
                <a16:creationId xmlns:a16="http://schemas.microsoft.com/office/drawing/2014/main" id="{CC339F73-E4B1-4345-8F0F-64FA33223CC8}"/>
              </a:ext>
            </a:extLst>
          </p:cNvPr>
          <p:cNvSpPr>
            <a:spLocks xmlns:a="http://schemas.openxmlformats.org/drawingml/2006/main" noGrp="1"/>
          </p:cNvSpPr>
          <p:nvPr/>
        </p:nvSpPr>
        <p:spPr>
          <a:xfrm xmlns:a="http://schemas.openxmlformats.org/drawingml/2006/main">
            <a:off x="4324350" y="3448050"/>
            <a:ext cx="3448050" cy="895350"/>
          </a:xfrm>
          <a:prstGeom xmlns:a="http://schemas.openxmlformats.org/drawingml/2006/main" prst="roundRect">
            <a:avLst>
              <a:gd name="adj" fmla="val 17021"/>
            </a:avLst>
          </a:prstGeom>
          <a:solidFill xmlns:a="http://schemas.openxmlformats.org/drawingml/2006/main">
            <a:srgbClr val="F8FAFC"/>
          </a:solidFill>
          <a:ln xmlns:a="http://schemas.openxmlformats.org/drawingml/2006/main" w="12383">
            <a:solidFill>
              <a:srgbClr val="E2E8F0"/>
            </a:solidFill>
            <a:prstDash val="solid"/>
          </a:ln>
        </p:spPr>
      </p:sp>
      <p:sp>
        <p:nvSpPr>
          <p:cNvPr id="25" name="">
            <a:extLst xmlns:a="http://schemas.openxmlformats.org/drawingml/2006/main">
              <a:ext uri="{FF2B5EF4-FFF2-40B4-BE49-F238E27FC236}">
                <a16:creationId xmlns:a16="http://schemas.microsoft.com/office/drawing/2014/main" id="{4029E198-E920-4FD4-B5F7-EF16F78DD315}"/>
              </a:ext>
            </a:extLst>
          </p:cNvPr>
          <p:cNvSpPr>
            <a:spLocks xmlns:a="http://schemas.openxmlformats.org/drawingml/2006/main" noGrp="1"/>
          </p:cNvSpPr>
          <p:nvPr/>
        </p:nvSpPr>
        <p:spPr>
          <a:xfrm xmlns:a="http://schemas.openxmlformats.org/drawingml/2006/main">
            <a:off x="4495800" y="3676650"/>
            <a:ext cx="438150" cy="438150"/>
          </a:xfrm>
          <a:prstGeom xmlns:a="http://schemas.openxmlformats.org/drawingml/2006/main" prst="ellipse">
            <a:avLst/>
          </a:prstGeom>
          <a:solidFill xmlns:a="http://schemas.openxmlformats.org/drawingml/2006/main">
            <a:srgbClr val="0B1F3A"/>
          </a:solidFill>
          <a:ln xmlns:a="http://schemas.openxmlformats.org/drawingml/2006/main" w="9525">
            <a:solidFill>
              <a:srgbClr val="0B1F3A"/>
            </a:solidFill>
            <a:prstDash val="solid"/>
          </a:ln>
        </p:spPr>
      </p:sp>
      <p:sp>
        <p:nvSpPr>
          <p:cNvPr id="26" name="">
            <a:extLst xmlns:a="http://schemas.openxmlformats.org/drawingml/2006/main">
              <a:ext uri="{FF2B5EF4-FFF2-40B4-BE49-F238E27FC236}">
                <a16:creationId xmlns:a16="http://schemas.microsoft.com/office/drawing/2014/main" id="{D586D984-A6A3-46E1-978D-2FE990AB6410}"/>
              </a:ext>
            </a:extLst>
          </p:cNvPr>
          <p:cNvSpPr>
            <a:spLocks xmlns:a="http://schemas.openxmlformats.org/drawingml/2006/main" noGrp="1"/>
          </p:cNvSpPr>
          <p:nvPr/>
        </p:nvSpPr>
        <p:spPr>
          <a:xfrm xmlns:a="http://schemas.openxmlformats.org/drawingml/2006/main">
            <a:off x="4495800" y="3676650"/>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500" b="1" i="0">
                <a:solidFill>
                  <a:srgbClr val="FFFFFF"/>
                </a:solidFill>
                <a:latin typeface="Aptos"/>
                <a:ea typeface="Aptos"/>
                <a:cs typeface="Aptos"/>
              </a:defRPr>
            </a:pPr>
            <a:r>
              <a:rPr sz="1500" b="1" i="0">
                <a:solidFill>
                  <a:srgbClr val="FFFFFF"/>
                </a:solidFill>
                <a:latin typeface="Aptos"/>
                <a:ea typeface="Aptos"/>
                <a:cs typeface="Aptos"/>
              </a:rPr>
              <a:t>4</a:t>
            </a:r>
          </a:p>
        </p:txBody>
      </p:sp>
      <p:sp>
        <p:nvSpPr>
          <p:cNvPr id="27" name="">
            <a:extLst xmlns:a="http://schemas.openxmlformats.org/drawingml/2006/main">
              <a:ext uri="{FF2B5EF4-FFF2-40B4-BE49-F238E27FC236}">
                <a16:creationId xmlns:a16="http://schemas.microsoft.com/office/drawing/2014/main" id="{93E2DC54-6248-418B-A7F1-CC7B56F43F17}"/>
              </a:ext>
            </a:extLst>
          </p:cNvPr>
          <p:cNvSpPr>
            <a:spLocks xmlns:a="http://schemas.openxmlformats.org/drawingml/2006/main" noGrp="1"/>
          </p:cNvSpPr>
          <p:nvPr/>
        </p:nvSpPr>
        <p:spPr>
          <a:xfrm xmlns:a="http://schemas.openxmlformats.org/drawingml/2006/main">
            <a:off x="5086350" y="3581400"/>
            <a:ext cx="2457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i="0">
                <a:solidFill>
                  <a:srgbClr val="0B1F3A"/>
                </a:solidFill>
                <a:latin typeface="Aptos"/>
                <a:ea typeface="Aptos"/>
                <a:cs typeface="Aptos"/>
              </a:defRPr>
            </a:pPr>
            <a:r>
              <a:rPr sz="1650" b="1" i="0">
                <a:solidFill>
                  <a:srgbClr val="0B1F3A"/>
                </a:solidFill>
                <a:latin typeface="Aptos"/>
                <a:ea typeface="Aptos"/>
                <a:cs typeface="Aptos"/>
              </a:rPr>
              <a:t>Triển khai</a:t>
            </a:r>
          </a:p>
        </p:txBody>
      </p:sp>
      <p:sp>
        <p:nvSpPr>
          <p:cNvPr id="28" name="">
            <a:extLst xmlns:a="http://schemas.openxmlformats.org/drawingml/2006/main">
              <a:ext uri="{FF2B5EF4-FFF2-40B4-BE49-F238E27FC236}">
                <a16:creationId xmlns:a16="http://schemas.microsoft.com/office/drawing/2014/main" id="{7D6C429A-D9C0-48FE-83E6-E61F0C188A2B}"/>
              </a:ext>
            </a:extLst>
          </p:cNvPr>
          <p:cNvSpPr>
            <a:spLocks xmlns:a="http://schemas.openxmlformats.org/drawingml/2006/main" noGrp="1"/>
          </p:cNvSpPr>
          <p:nvPr/>
        </p:nvSpPr>
        <p:spPr>
          <a:xfrm xmlns:a="http://schemas.openxmlformats.org/drawingml/2006/main">
            <a:off x="5086350" y="3924300"/>
            <a:ext cx="2457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i="0">
                <a:solidFill>
                  <a:srgbClr val="475569"/>
                </a:solidFill>
                <a:latin typeface="Aptos"/>
                <a:ea typeface="Aptos"/>
                <a:cs typeface="Aptos"/>
              </a:defRPr>
            </a:pPr>
            <a:r>
              <a:rPr sz="1275" b="0" i="0">
                <a:solidFill>
                  <a:srgbClr val="475569"/>
                </a:solidFill>
                <a:latin typeface="Aptos"/>
                <a:ea typeface="Aptos"/>
                <a:cs typeface="Aptos"/>
              </a:rPr>
              <a:t>Container hóa và quy trình CI/CD tự động</a:t>
            </a:r>
          </a:p>
        </p:txBody>
      </p:sp>
      <p:sp>
        <p:nvSpPr>
          <p:cNvPr id="29" name="">
            <a:extLst xmlns:a="http://schemas.openxmlformats.org/drawingml/2006/main">
              <a:ext uri="{FF2B5EF4-FFF2-40B4-BE49-F238E27FC236}">
                <a16:creationId xmlns:a16="http://schemas.microsoft.com/office/drawing/2014/main" id="{2AB66EF5-F522-45B9-B081-1FB87F4BF1C7}"/>
              </a:ext>
            </a:extLst>
          </p:cNvPr>
          <p:cNvSpPr>
            <a:spLocks xmlns:a="http://schemas.openxmlformats.org/drawingml/2006/main" noGrp="1"/>
          </p:cNvSpPr>
          <p:nvPr/>
        </p:nvSpPr>
        <p:spPr>
          <a:xfrm xmlns:a="http://schemas.openxmlformats.org/drawingml/2006/main">
            <a:off x="8191500" y="1905000"/>
            <a:ext cx="3390900" cy="3105150"/>
          </a:xfrm>
          <a:prstGeom xmlns:a="http://schemas.openxmlformats.org/drawingml/2006/main" prst="roundRect">
            <a:avLst>
              <a:gd name="adj" fmla="val 6748"/>
            </a:avLst>
          </a:prstGeom>
          <a:solidFill xmlns:a="http://schemas.openxmlformats.org/drawingml/2006/main">
            <a:srgbClr val="FFFBEB"/>
          </a:solidFill>
          <a:ln xmlns:a="http://schemas.openxmlformats.org/drawingml/2006/main" w="14288">
            <a:solidFill>
              <a:srgbClr val="FCD34D"/>
            </a:solidFill>
            <a:prstDash val="solid"/>
          </a:ln>
        </p:spPr>
      </p:sp>
      <p:sp>
        <p:nvSpPr>
          <p:cNvPr id="30" name="">
            <a:extLst xmlns:a="http://schemas.openxmlformats.org/drawingml/2006/main">
              <a:ext uri="{FF2B5EF4-FFF2-40B4-BE49-F238E27FC236}">
                <a16:creationId xmlns:a16="http://schemas.microsoft.com/office/drawing/2014/main" id="{3489B3E1-CB04-437C-985F-8CF933A68169}"/>
              </a:ext>
            </a:extLst>
          </p:cNvPr>
          <p:cNvSpPr>
            <a:spLocks xmlns:a="http://schemas.openxmlformats.org/drawingml/2006/main" noGrp="1"/>
          </p:cNvSpPr>
          <p:nvPr/>
        </p:nvSpPr>
        <p:spPr>
          <a:xfrm xmlns:a="http://schemas.openxmlformats.org/drawingml/2006/main">
            <a:off x="8420100" y="2133600"/>
            <a:ext cx="2933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i="0">
                <a:solidFill>
                  <a:srgbClr val="D97706"/>
                </a:solidFill>
                <a:latin typeface="Aptos"/>
                <a:ea typeface="Aptos"/>
                <a:cs typeface="Aptos"/>
              </a:defRPr>
            </a:pPr>
            <a:r>
              <a:rPr sz="1725" b="1" i="0">
                <a:solidFill>
                  <a:srgbClr val="D97706"/>
                </a:solidFill>
                <a:latin typeface="Aptos"/>
                <a:ea typeface="Aptos"/>
                <a:cs typeface="Aptos"/>
              </a:rPr>
              <a:t>HƯỚNG HOÀN THIỆN</a:t>
            </a:r>
          </a:p>
        </p:txBody>
      </p:sp>
      <p:sp>
        <p:nvSpPr>
          <p:cNvPr id="31" name="">
            <a:extLst xmlns:a="http://schemas.openxmlformats.org/drawingml/2006/main">
              <a:ext uri="{FF2B5EF4-FFF2-40B4-BE49-F238E27FC236}">
                <a16:creationId xmlns:a16="http://schemas.microsoft.com/office/drawing/2014/main" id="{991F267A-AC98-43C3-940C-0AE6964E7A5C}"/>
              </a:ext>
            </a:extLst>
          </p:cNvPr>
          <p:cNvSpPr>
            <a:spLocks xmlns:a="http://schemas.openxmlformats.org/drawingml/2006/main" noGrp="1"/>
          </p:cNvSpPr>
          <p:nvPr/>
        </p:nvSpPr>
        <p:spPr>
          <a:xfrm xmlns:a="http://schemas.openxmlformats.org/drawingml/2006/main">
            <a:off x="8439150" y="2781300"/>
            <a:ext cx="85725" cy="85725"/>
          </a:xfrm>
          <a:prstGeom xmlns:a="http://schemas.openxmlformats.org/drawingml/2006/main" prst="ellipse">
            <a:avLst/>
          </a:prstGeom>
          <a:solidFill xmlns:a="http://schemas.openxmlformats.org/drawingml/2006/main">
            <a:srgbClr val="D97706"/>
          </a:solidFill>
          <a:ln xmlns:a="http://schemas.openxmlformats.org/drawingml/2006/main" w="0">
            <a:solidFill>
              <a:srgbClr val="D97706"/>
            </a:solidFill>
            <a:prstDash val="solid"/>
          </a:ln>
        </p:spPr>
      </p:sp>
      <p:sp>
        <p:nvSpPr>
          <p:cNvPr id="32" name="">
            <a:extLst xmlns:a="http://schemas.openxmlformats.org/drawingml/2006/main">
              <a:ext uri="{FF2B5EF4-FFF2-40B4-BE49-F238E27FC236}">
                <a16:creationId xmlns:a16="http://schemas.microsoft.com/office/drawing/2014/main" id="{F8899CEE-6687-4592-BB36-A9FBA6B8B756}"/>
              </a:ext>
            </a:extLst>
          </p:cNvPr>
          <p:cNvSpPr>
            <a:spLocks xmlns:a="http://schemas.openxmlformats.org/drawingml/2006/main" noGrp="1"/>
          </p:cNvSpPr>
          <p:nvPr/>
        </p:nvSpPr>
        <p:spPr>
          <a:xfrm xmlns:a="http://schemas.openxmlformats.org/drawingml/2006/main">
            <a:off x="8639175" y="2705100"/>
            <a:ext cx="25812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500" b="0" i="0">
                <a:solidFill>
                  <a:srgbClr val="475569"/>
                </a:solidFill>
                <a:latin typeface="Aptos"/>
                <a:ea typeface="Aptos"/>
                <a:cs typeface="Aptos"/>
              </a:defRPr>
            </a:pPr>
            <a:r>
              <a:rPr sz="1500" b="0" i="0">
                <a:solidFill>
                  <a:srgbClr val="475569"/>
                </a:solidFill>
                <a:latin typeface="Aptos"/>
                <a:ea typeface="Aptos"/>
                <a:cs typeface="Aptos"/>
              </a:rPr>
              <a:t>Hoàn thiện cache key, invalidation và tối ưu hiệu năng.</a:t>
            </a:r>
          </a:p>
        </p:txBody>
      </p:sp>
      <p:sp>
        <p:nvSpPr>
          <p:cNvPr id="33" name="">
            <a:extLst xmlns:a="http://schemas.openxmlformats.org/drawingml/2006/main">
              <a:ext uri="{FF2B5EF4-FFF2-40B4-BE49-F238E27FC236}">
                <a16:creationId xmlns:a16="http://schemas.microsoft.com/office/drawing/2014/main" id="{37BFAA22-4AFE-4B38-BC3A-C9E998CE6737}"/>
              </a:ext>
            </a:extLst>
          </p:cNvPr>
          <p:cNvSpPr>
            <a:spLocks xmlns:a="http://schemas.openxmlformats.org/drawingml/2006/main" noGrp="1"/>
          </p:cNvSpPr>
          <p:nvPr/>
        </p:nvSpPr>
        <p:spPr>
          <a:xfrm xmlns:a="http://schemas.openxmlformats.org/drawingml/2006/main">
            <a:off x="8439150" y="3467100"/>
            <a:ext cx="85725" cy="85725"/>
          </a:xfrm>
          <a:prstGeom xmlns:a="http://schemas.openxmlformats.org/drawingml/2006/main" prst="ellipse">
            <a:avLst/>
          </a:prstGeom>
          <a:solidFill xmlns:a="http://schemas.openxmlformats.org/drawingml/2006/main">
            <a:srgbClr val="D97706"/>
          </a:solidFill>
          <a:ln xmlns:a="http://schemas.openxmlformats.org/drawingml/2006/main" w="0">
            <a:solidFill>
              <a:srgbClr val="D97706"/>
            </a:solidFill>
            <a:prstDash val="solid"/>
          </a:ln>
        </p:spPr>
      </p:sp>
      <p:sp>
        <p:nvSpPr>
          <p:cNvPr id="34" name="">
            <a:extLst xmlns:a="http://schemas.openxmlformats.org/drawingml/2006/main">
              <a:ext uri="{FF2B5EF4-FFF2-40B4-BE49-F238E27FC236}">
                <a16:creationId xmlns:a16="http://schemas.microsoft.com/office/drawing/2014/main" id="{A66B53CB-1919-48AC-85E5-8F00D4424596}"/>
              </a:ext>
            </a:extLst>
          </p:cNvPr>
          <p:cNvSpPr>
            <a:spLocks xmlns:a="http://schemas.openxmlformats.org/drawingml/2006/main" noGrp="1"/>
          </p:cNvSpPr>
          <p:nvPr/>
        </p:nvSpPr>
        <p:spPr>
          <a:xfrm xmlns:a="http://schemas.openxmlformats.org/drawingml/2006/main">
            <a:off x="8639175" y="3390900"/>
            <a:ext cx="25812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500" b="0" i="0">
                <a:solidFill>
                  <a:srgbClr val="475569"/>
                </a:solidFill>
                <a:latin typeface="Aptos"/>
                <a:ea typeface="Aptos"/>
                <a:cs typeface="Aptos"/>
              </a:defRPr>
            </a:pPr>
            <a:r>
              <a:rPr sz="1500" b="0" i="0">
                <a:solidFill>
                  <a:srgbClr val="475569"/>
                </a:solidFill>
                <a:latin typeface="Aptos"/>
                <a:ea typeface="Aptos"/>
                <a:cs typeface="Aptos"/>
              </a:rPr>
              <a:t>Tăng kiểm tra backend cho kết quả bài làm và phản hồi AI.</a:t>
            </a:r>
          </a:p>
        </p:txBody>
      </p:sp>
      <p:sp>
        <p:nvSpPr>
          <p:cNvPr id="35" name="">
            <a:extLst xmlns:a="http://schemas.openxmlformats.org/drawingml/2006/main">
              <a:ext uri="{FF2B5EF4-FFF2-40B4-BE49-F238E27FC236}">
                <a16:creationId xmlns:a16="http://schemas.microsoft.com/office/drawing/2014/main" id="{955A073F-2127-4FB5-BF02-13ABDB3C5052}"/>
              </a:ext>
            </a:extLst>
          </p:cNvPr>
          <p:cNvSpPr>
            <a:spLocks xmlns:a="http://schemas.openxmlformats.org/drawingml/2006/main" noGrp="1"/>
          </p:cNvSpPr>
          <p:nvPr/>
        </p:nvSpPr>
        <p:spPr>
          <a:xfrm xmlns:a="http://schemas.openxmlformats.org/drawingml/2006/main">
            <a:off x="8439150" y="4152900"/>
            <a:ext cx="85725" cy="85725"/>
          </a:xfrm>
          <a:prstGeom xmlns:a="http://schemas.openxmlformats.org/drawingml/2006/main" prst="ellipse">
            <a:avLst/>
          </a:prstGeom>
          <a:solidFill xmlns:a="http://schemas.openxmlformats.org/drawingml/2006/main">
            <a:srgbClr val="D97706"/>
          </a:solidFill>
          <a:ln xmlns:a="http://schemas.openxmlformats.org/drawingml/2006/main" w="0">
            <a:solidFill>
              <a:srgbClr val="D97706"/>
            </a:solidFill>
            <a:prstDash val="solid"/>
          </a:ln>
        </p:spPr>
      </p:sp>
      <p:sp>
        <p:nvSpPr>
          <p:cNvPr id="36" name="">
            <a:extLst xmlns:a="http://schemas.openxmlformats.org/drawingml/2006/main">
              <a:ext uri="{FF2B5EF4-FFF2-40B4-BE49-F238E27FC236}">
                <a16:creationId xmlns:a16="http://schemas.microsoft.com/office/drawing/2014/main" id="{12650CBC-CC77-490B-B954-BB7DA44CA8DE}"/>
              </a:ext>
            </a:extLst>
          </p:cNvPr>
          <p:cNvSpPr>
            <a:spLocks xmlns:a="http://schemas.openxmlformats.org/drawingml/2006/main" noGrp="1"/>
          </p:cNvSpPr>
          <p:nvPr/>
        </p:nvSpPr>
        <p:spPr>
          <a:xfrm xmlns:a="http://schemas.openxmlformats.org/drawingml/2006/main">
            <a:off x="8639175" y="4076700"/>
            <a:ext cx="25812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5000"/>
              </a:lnSpc>
              <a:buNone/>
              <a:defRPr sz="1500" b="0" i="0">
                <a:solidFill>
                  <a:srgbClr val="475569"/>
                </a:solidFill>
                <a:latin typeface="Aptos"/>
                <a:ea typeface="Aptos"/>
                <a:cs typeface="Aptos"/>
              </a:defRPr>
            </a:pPr>
            <a:r>
              <a:rPr sz="1500" b="0" i="0">
                <a:solidFill>
                  <a:srgbClr val="475569"/>
                </a:solidFill>
                <a:latin typeface="Aptos"/>
                <a:ea typeface="Aptos"/>
                <a:cs typeface="Aptos"/>
              </a:rPr>
              <a:t>Bổ sung monitoring và hoàn thiện quy trình CI/CD.</a:t>
            </a:r>
          </a:p>
        </p:txBody>
      </p:sp>
      <p:sp>
        <p:nvSpPr>
          <p:cNvPr id="37" name="">
            <a:extLst xmlns:a="http://schemas.openxmlformats.org/drawingml/2006/main">
              <a:ext uri="{FF2B5EF4-FFF2-40B4-BE49-F238E27FC236}">
                <a16:creationId xmlns:a16="http://schemas.microsoft.com/office/drawing/2014/main" id="{92A13F26-FBE7-4E2C-8D8D-708143F83621}"/>
              </a:ext>
            </a:extLst>
          </p:cNvPr>
          <p:cNvSpPr>
            <a:spLocks xmlns:a="http://schemas.openxmlformats.org/drawingml/2006/main" noGrp="1"/>
          </p:cNvSpPr>
          <p:nvPr/>
        </p:nvSpPr>
        <p:spPr>
          <a:xfrm xmlns:a="http://schemas.openxmlformats.org/drawingml/2006/main">
            <a:off x="609600" y="5353050"/>
            <a:ext cx="10972800" cy="838200"/>
          </a:xfrm>
          <a:prstGeom xmlns:a="http://schemas.openxmlformats.org/drawingml/2006/main" prst="roundRect">
            <a:avLst>
              <a:gd name="adj" fmla="val 22727"/>
            </a:avLst>
          </a:prstGeom>
          <a:solidFill xmlns:a="http://schemas.openxmlformats.org/drawingml/2006/main">
            <a:srgbClr val="0B1F3A"/>
          </a:solidFill>
          <a:ln xmlns:a="http://schemas.openxmlformats.org/drawingml/2006/main" w="0">
            <a:solidFill>
              <a:srgbClr val="0B1F3A"/>
            </a:solidFill>
            <a:prstDash val="solid"/>
          </a:ln>
        </p:spPr>
      </p:sp>
      <p:sp>
        <p:nvSpPr>
          <p:cNvPr id="38" name="">
            <a:extLst xmlns:a="http://schemas.openxmlformats.org/drawingml/2006/main">
              <a:ext uri="{FF2B5EF4-FFF2-40B4-BE49-F238E27FC236}">
                <a16:creationId xmlns:a16="http://schemas.microsoft.com/office/drawing/2014/main" id="{293FC0FF-CD99-43B8-8037-08C6A04F1D75}"/>
              </a:ext>
            </a:extLst>
          </p:cNvPr>
          <p:cNvSpPr>
            <a:spLocks xmlns:a="http://schemas.openxmlformats.org/drawingml/2006/main" noGrp="1"/>
          </p:cNvSpPr>
          <p:nvPr/>
        </p:nvSpPr>
        <p:spPr>
          <a:xfrm xmlns:a="http://schemas.openxmlformats.org/drawingml/2006/main">
            <a:off x="914400" y="5353050"/>
            <a:ext cx="103632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ctr">
              <a:defRPr sz="1875" b="1" i="0">
                <a:solidFill>
                  <a:srgbClr val="FFFFFF"/>
                </a:solidFill>
                <a:latin typeface="Aptos"/>
                <a:ea typeface="Aptos"/>
                <a:cs typeface="Aptos"/>
              </a:defRPr>
            </a:pPr>
            <a:r>
              <a:rPr sz="1875" b="1" i="0">
                <a:solidFill>
                  <a:srgbClr val="FFFFFF"/>
                </a:solidFill>
                <a:latin typeface="Aptos"/>
                <a:ea typeface="Aptos"/>
                <a:cs typeface="Aptos"/>
              </a:rPr>
              <a:t>Vocab App tái sử dụng dữ liệu học tập dùng chung, đồng thời duy trì lịch ôn và tiến độ độc lập cho từng người dùng.</a:t>
            </a:r>
          </a:p>
        </p:txBody>
      </p:sp>
    </p:spTree>
    <p:extLst>
      <p:ext uri="{BB962C8B-B14F-4D97-AF65-F5344CB8AC3E}">
        <p14:creationId xmlns:p14="http://schemas.microsoft.com/office/powerpoint/2010/main" val="199788822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2026-08-17T15:54:02.7910000Z</dcterms:created>
  <dcterms:modified xsi:type="dcterms:W3CDTF">2026-08-17T15:54:02.7910000Z</dcterms:modified>
</coreProperties>
</file>